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83" r:id="rId4"/>
  </p:sldMasterIdLst>
  <p:notesMasterIdLst>
    <p:notesMasterId r:id="rId20"/>
  </p:notesMasterIdLst>
  <p:handoutMasterIdLst>
    <p:handoutMasterId r:id="rId21"/>
  </p:handoutMasterIdLst>
  <p:sldIdLst>
    <p:sldId id="325" r:id="rId5"/>
    <p:sldId id="341" r:id="rId6"/>
    <p:sldId id="342" r:id="rId7"/>
    <p:sldId id="307" r:id="rId8"/>
    <p:sldId id="324" r:id="rId9"/>
    <p:sldId id="338" r:id="rId10"/>
    <p:sldId id="312" r:id="rId11"/>
    <p:sldId id="339" r:id="rId12"/>
    <p:sldId id="317" r:id="rId13"/>
    <p:sldId id="336" r:id="rId14"/>
    <p:sldId id="334" r:id="rId15"/>
    <p:sldId id="343" r:id="rId16"/>
    <p:sldId id="340" r:id="rId17"/>
    <p:sldId id="337" r:id="rId18"/>
    <p:sldId id="32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5394" autoAdjust="0"/>
  </p:normalViewPr>
  <p:slideViewPr>
    <p:cSldViewPr snapToGrid="0">
      <p:cViewPr varScale="1">
        <p:scale>
          <a:sx n="57" d="100"/>
          <a:sy n="57" d="100"/>
        </p:scale>
        <p:origin x="534" y="282"/>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80" d="100"/>
        <a:sy n="80" d="100"/>
      </p:scale>
      <p:origin x="0" y="-2069"/>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04B9809-3C73-CA2B-1791-620EA168CC0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C7B1C58-A1FD-D1E1-33AB-1303C48435C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66AA30A-158D-435B-B1F3-6FF82BD60FDF}" type="datetimeFigureOut">
              <a:rPr lang="en-US" smtClean="0"/>
              <a:t>11/20/2025</a:t>
            </a:fld>
            <a:endParaRPr lang="en-US" dirty="0"/>
          </a:p>
        </p:txBody>
      </p:sp>
      <p:sp>
        <p:nvSpPr>
          <p:cNvPr id="4" name="Footer Placeholder 3">
            <a:extLst>
              <a:ext uri="{FF2B5EF4-FFF2-40B4-BE49-F238E27FC236}">
                <a16:creationId xmlns:a16="http://schemas.microsoft.com/office/drawing/2014/main" id="{4717A0D9-659F-DDC6-CBD8-29B61E0FF7E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F9E0617-6128-05F5-8F48-6A0A1D1479E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0A24AC-02A6-46A1-A072-EAC8AC25DCA5}" type="slidenum">
              <a:rPr lang="en-US" smtClean="0"/>
              <a:t>‹#›</a:t>
            </a:fld>
            <a:endParaRPr lang="en-US" dirty="0"/>
          </a:p>
        </p:txBody>
      </p:sp>
    </p:spTree>
    <p:extLst>
      <p:ext uri="{BB962C8B-B14F-4D97-AF65-F5344CB8AC3E}">
        <p14:creationId xmlns:p14="http://schemas.microsoft.com/office/powerpoint/2010/main" val="40839198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6A0313-F537-4ED0-973B-4729E10A826A}" type="datetimeFigureOut">
              <a:rPr lang="en-US" smtClean="0"/>
              <a:t>11/20/2025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C92804-03A6-47F6-A893-4DDB8903A808}" type="slidenum">
              <a:rPr lang="en-US" smtClean="0"/>
              <a:t>‹#›</a:t>
            </a:fld>
            <a:endParaRPr lang="en-US" dirty="0"/>
          </a:p>
        </p:txBody>
      </p:sp>
    </p:spTree>
    <p:extLst>
      <p:ext uri="{BB962C8B-B14F-4D97-AF65-F5344CB8AC3E}">
        <p14:creationId xmlns:p14="http://schemas.microsoft.com/office/powerpoint/2010/main" val="2944717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a:t>
            </a:fld>
            <a:endParaRPr lang="en-US" dirty="0"/>
          </a:p>
        </p:txBody>
      </p:sp>
    </p:spTree>
    <p:extLst>
      <p:ext uri="{BB962C8B-B14F-4D97-AF65-F5344CB8AC3E}">
        <p14:creationId xmlns:p14="http://schemas.microsoft.com/office/powerpoint/2010/main" val="642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4</a:t>
            </a:fld>
            <a:endParaRPr lang="en-US" dirty="0"/>
          </a:p>
        </p:txBody>
      </p:sp>
    </p:spTree>
    <p:extLst>
      <p:ext uri="{BB962C8B-B14F-4D97-AF65-F5344CB8AC3E}">
        <p14:creationId xmlns:p14="http://schemas.microsoft.com/office/powerpoint/2010/main" val="1441182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5</a:t>
            </a:fld>
            <a:endParaRPr lang="en-US" dirty="0"/>
          </a:p>
        </p:txBody>
      </p:sp>
    </p:spTree>
    <p:extLst>
      <p:ext uri="{BB962C8B-B14F-4D97-AF65-F5344CB8AC3E}">
        <p14:creationId xmlns:p14="http://schemas.microsoft.com/office/powerpoint/2010/main" val="1520219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6</a:t>
            </a:fld>
            <a:endParaRPr lang="en-US" dirty="0"/>
          </a:p>
        </p:txBody>
      </p:sp>
    </p:spTree>
    <p:extLst>
      <p:ext uri="{BB962C8B-B14F-4D97-AF65-F5344CB8AC3E}">
        <p14:creationId xmlns:p14="http://schemas.microsoft.com/office/powerpoint/2010/main" val="34958397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7</a:t>
            </a:fld>
            <a:endParaRPr lang="en-US" dirty="0"/>
          </a:p>
        </p:txBody>
      </p:sp>
    </p:spTree>
    <p:extLst>
      <p:ext uri="{BB962C8B-B14F-4D97-AF65-F5344CB8AC3E}">
        <p14:creationId xmlns:p14="http://schemas.microsoft.com/office/powerpoint/2010/main" val="1838977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8</a:t>
            </a:fld>
            <a:endParaRPr lang="en-US" dirty="0"/>
          </a:p>
        </p:txBody>
      </p:sp>
    </p:spTree>
    <p:extLst>
      <p:ext uri="{BB962C8B-B14F-4D97-AF65-F5344CB8AC3E}">
        <p14:creationId xmlns:p14="http://schemas.microsoft.com/office/powerpoint/2010/main" val="30460343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9</a:t>
            </a:fld>
            <a:endParaRPr lang="en-US" dirty="0"/>
          </a:p>
        </p:txBody>
      </p:sp>
    </p:spTree>
    <p:extLst>
      <p:ext uri="{BB962C8B-B14F-4D97-AF65-F5344CB8AC3E}">
        <p14:creationId xmlns:p14="http://schemas.microsoft.com/office/powerpoint/2010/main" val="41942065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10</a:t>
            </a:fld>
            <a:endParaRPr lang="en-US" dirty="0"/>
          </a:p>
        </p:txBody>
      </p:sp>
    </p:spTree>
    <p:extLst>
      <p:ext uri="{BB962C8B-B14F-4D97-AF65-F5344CB8AC3E}">
        <p14:creationId xmlns:p14="http://schemas.microsoft.com/office/powerpoint/2010/main" val="3849720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11</a:t>
            </a:fld>
            <a:endParaRPr lang="en-US" dirty="0"/>
          </a:p>
        </p:txBody>
      </p:sp>
    </p:spTree>
    <p:extLst>
      <p:ext uri="{BB962C8B-B14F-4D97-AF65-F5344CB8AC3E}">
        <p14:creationId xmlns:p14="http://schemas.microsoft.com/office/powerpoint/2010/main" val="22736234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13</a:t>
            </a:fld>
            <a:endParaRPr lang="en-US" dirty="0"/>
          </a:p>
        </p:txBody>
      </p:sp>
    </p:spTree>
    <p:extLst>
      <p:ext uri="{BB962C8B-B14F-4D97-AF65-F5344CB8AC3E}">
        <p14:creationId xmlns:p14="http://schemas.microsoft.com/office/powerpoint/2010/main" val="42147548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14</a:t>
            </a:fld>
            <a:endParaRPr lang="en-US" dirty="0"/>
          </a:p>
        </p:txBody>
      </p:sp>
    </p:spTree>
    <p:extLst>
      <p:ext uri="{BB962C8B-B14F-4D97-AF65-F5344CB8AC3E}">
        <p14:creationId xmlns:p14="http://schemas.microsoft.com/office/powerpoint/2010/main" val="22948733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15</a:t>
            </a:fld>
            <a:endParaRPr lang="en-US" dirty="0"/>
          </a:p>
        </p:txBody>
      </p:sp>
    </p:spTree>
    <p:extLst>
      <p:ext uri="{BB962C8B-B14F-4D97-AF65-F5344CB8AC3E}">
        <p14:creationId xmlns:p14="http://schemas.microsoft.com/office/powerpoint/2010/main" val="4255841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C7A07-96C3-42AF-943D-953C86C3DAAD}"/>
              </a:ext>
            </a:extLst>
          </p:cNvPr>
          <p:cNvSpPr>
            <a:spLocks noGrp="1"/>
          </p:cNvSpPr>
          <p:nvPr>
            <p:ph type="ctrTitle"/>
          </p:nvPr>
        </p:nvSpPr>
        <p:spPr>
          <a:xfrm>
            <a:off x="1490472" y="1463557"/>
            <a:ext cx="9144000" cy="2387600"/>
          </a:xfrm>
        </p:spPr>
        <p:txBody>
          <a:bodyPr anchor="b">
            <a:normAutofit/>
          </a:bodyPr>
          <a:lstStyle>
            <a:lvl1pPr algn="ctr">
              <a:lnSpc>
                <a:spcPct val="90000"/>
              </a:lnSpc>
              <a:defRPr sz="5200"/>
            </a:lvl1pPr>
          </a:lstStyle>
          <a:p>
            <a:r>
              <a:rPr lang="en-GB"/>
              <a:t>Click to edit Master title style</a:t>
            </a:r>
            <a:endParaRPr lang="en-US" dirty="0"/>
          </a:p>
        </p:txBody>
      </p:sp>
      <p:sp>
        <p:nvSpPr>
          <p:cNvPr id="3" name="Subtitle 2">
            <a:extLst>
              <a:ext uri="{FF2B5EF4-FFF2-40B4-BE49-F238E27FC236}">
                <a16:creationId xmlns:a16="http://schemas.microsoft.com/office/drawing/2014/main" id="{8CEE38DF-F503-4E79-B1B0-16489708A1B5}"/>
              </a:ext>
            </a:extLst>
          </p:cNvPr>
          <p:cNvSpPr>
            <a:spLocks noGrp="1"/>
          </p:cNvSpPr>
          <p:nvPr>
            <p:ph type="subTitle" idx="1"/>
          </p:nvPr>
        </p:nvSpPr>
        <p:spPr>
          <a:xfrm>
            <a:off x="1490472" y="3943232"/>
            <a:ext cx="9144000" cy="1655762"/>
          </a:xfrm>
        </p:spPr>
        <p:txBody>
          <a:bodyPr>
            <a:normAutofit/>
          </a:bodyPr>
          <a:lstStyle>
            <a:lvl1pPr marL="0" indent="0" algn="ctr">
              <a:lnSpc>
                <a:spcPct val="110000"/>
              </a:lnSpc>
              <a:buNone/>
              <a:defRPr sz="2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14" name="Date Placeholder 13">
            <a:extLst>
              <a:ext uri="{FF2B5EF4-FFF2-40B4-BE49-F238E27FC236}">
                <a16:creationId xmlns:a16="http://schemas.microsoft.com/office/drawing/2014/main" id="{46538D75-00C2-DE73-4C65-FE94AC658370}"/>
              </a:ext>
            </a:extLst>
          </p:cNvPr>
          <p:cNvSpPr>
            <a:spLocks noGrp="1"/>
          </p:cNvSpPr>
          <p:nvPr>
            <p:ph type="dt" sz="half" idx="10"/>
          </p:nvPr>
        </p:nvSpPr>
        <p:spPr/>
        <p:txBody>
          <a:bodyPr/>
          <a:lstStyle/>
          <a:p>
            <a:r>
              <a:rPr lang="en-US"/>
              <a:t>20XX</a:t>
            </a:r>
            <a:endParaRPr lang="en-US" dirty="0"/>
          </a:p>
        </p:txBody>
      </p:sp>
      <p:sp>
        <p:nvSpPr>
          <p:cNvPr id="16" name="Footer Placeholder 15">
            <a:extLst>
              <a:ext uri="{FF2B5EF4-FFF2-40B4-BE49-F238E27FC236}">
                <a16:creationId xmlns:a16="http://schemas.microsoft.com/office/drawing/2014/main" id="{6B601B81-68C1-B63A-105C-EC637DF56CB7}"/>
              </a:ext>
            </a:extLst>
          </p:cNvPr>
          <p:cNvSpPr>
            <a:spLocks noGrp="1"/>
          </p:cNvSpPr>
          <p:nvPr>
            <p:ph type="ftr" sz="quarter" idx="11"/>
          </p:nvPr>
        </p:nvSpPr>
        <p:spPr/>
        <p:txBody>
          <a:bodyPr/>
          <a:lstStyle/>
          <a:p>
            <a:r>
              <a:rPr lang="en-US"/>
              <a:t>Sample Footer Text</a:t>
            </a:r>
            <a:endParaRPr lang="en-US" dirty="0"/>
          </a:p>
        </p:txBody>
      </p:sp>
      <p:sp>
        <p:nvSpPr>
          <p:cNvPr id="17" name="Slide Number Placeholder 16">
            <a:extLst>
              <a:ext uri="{FF2B5EF4-FFF2-40B4-BE49-F238E27FC236}">
                <a16:creationId xmlns:a16="http://schemas.microsoft.com/office/drawing/2014/main" id="{E9F3E495-0415-392A-9A07-34555BBC7F4C}"/>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27242765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14413-82C1-4EBC-8C6B-BC5F842D13A2}"/>
              </a:ext>
            </a:extLst>
          </p:cNvPr>
          <p:cNvSpPr>
            <a:spLocks noGrp="1"/>
          </p:cNvSpPr>
          <p:nvPr>
            <p:ph type="title"/>
          </p:nvPr>
        </p:nvSpPr>
        <p:spPr/>
        <p:txBody>
          <a:bodyPr>
            <a:normAutofit/>
          </a:bodyPr>
          <a:lstStyle>
            <a:lvl1pPr>
              <a:lnSpc>
                <a:spcPct val="90000"/>
              </a:lnSpc>
              <a:defRPr sz="5200"/>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328F029A-192E-4A44-ACC7-6C5212C77736}"/>
              </a:ext>
            </a:extLst>
          </p:cNvPr>
          <p:cNvSpPr>
            <a:spLocks noGrp="1"/>
          </p:cNvSpPr>
          <p:nvPr>
            <p:ph idx="1"/>
          </p:nvPr>
        </p:nvSpPr>
        <p:spPr>
          <a:xfrm>
            <a:off x="420624" y="1825625"/>
            <a:ext cx="10515600" cy="4206383"/>
          </a:xfrm>
        </p:spPr>
        <p:txBody>
          <a:bodyPr/>
          <a:lstStyle>
            <a:lvl1pPr>
              <a:defRPr sz="2400"/>
            </a:lvl1pPr>
            <a:lvl2pPr>
              <a:defRPr sz="2200"/>
            </a:lvl2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Date Placeholder 10">
            <a:extLst>
              <a:ext uri="{FF2B5EF4-FFF2-40B4-BE49-F238E27FC236}">
                <a16:creationId xmlns:a16="http://schemas.microsoft.com/office/drawing/2014/main" id="{A25CBB87-BE9B-82CE-8A24-F21EEA0366C3}"/>
              </a:ext>
            </a:extLst>
          </p:cNvPr>
          <p:cNvSpPr>
            <a:spLocks noGrp="1"/>
          </p:cNvSpPr>
          <p:nvPr>
            <p:ph type="dt" sz="half" idx="10"/>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B2131628-C033-9728-C4CF-90CDBCB89F7F}"/>
              </a:ext>
            </a:extLst>
          </p:cNvPr>
          <p:cNvSpPr>
            <a:spLocks noGrp="1"/>
          </p:cNvSpPr>
          <p:nvPr>
            <p:ph type="ftr" sz="quarter" idx="11"/>
          </p:nvPr>
        </p:nvSpPr>
        <p:spPr/>
        <p:txBody>
          <a:bodyPr/>
          <a:lstStyle/>
          <a:p>
            <a:r>
              <a:rPr lang="en-US"/>
              <a:t>Sample Footer Text</a:t>
            </a:r>
            <a:endParaRPr lang="en-US" dirty="0"/>
          </a:p>
        </p:txBody>
      </p:sp>
      <p:sp>
        <p:nvSpPr>
          <p:cNvPr id="13" name="Slide Number Placeholder 12">
            <a:extLst>
              <a:ext uri="{FF2B5EF4-FFF2-40B4-BE49-F238E27FC236}">
                <a16:creationId xmlns:a16="http://schemas.microsoft.com/office/drawing/2014/main" id="{B67216CA-9A26-BBE7-68A3-9237D22CDFC8}"/>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676127296"/>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F4BC-D1E9-40F0-A26B-9EA9B6B69755}"/>
              </a:ext>
            </a:extLst>
          </p:cNvPr>
          <p:cNvSpPr>
            <a:spLocks noGrp="1"/>
          </p:cNvSpPr>
          <p:nvPr>
            <p:ph type="title"/>
          </p:nvPr>
        </p:nvSpPr>
        <p:spPr>
          <a:xfrm>
            <a:off x="420624" y="1081941"/>
            <a:ext cx="10515600" cy="2852737"/>
          </a:xfrm>
        </p:spPr>
        <p:txBody>
          <a:bodyPr anchor="b">
            <a:normAutofit/>
          </a:bodyPr>
          <a:lstStyle>
            <a:lvl1pPr>
              <a:defRPr sz="4400"/>
            </a:lvl1p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FF7974A6-FAB9-47DA-8F1A-701DFC8DF327}"/>
              </a:ext>
            </a:extLst>
          </p:cNvPr>
          <p:cNvSpPr>
            <a:spLocks noGrp="1"/>
          </p:cNvSpPr>
          <p:nvPr>
            <p:ph type="body" idx="1"/>
          </p:nvPr>
        </p:nvSpPr>
        <p:spPr>
          <a:xfrm>
            <a:off x="420624" y="3961666"/>
            <a:ext cx="10515600" cy="1500187"/>
          </a:xfrm>
        </p:spPr>
        <p:txBody>
          <a:bodyPr>
            <a:normAutofit/>
          </a:bodyPr>
          <a:lstStyle>
            <a:lvl1pPr marL="0" indent="0">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10" name="Date Placeholder 9">
            <a:extLst>
              <a:ext uri="{FF2B5EF4-FFF2-40B4-BE49-F238E27FC236}">
                <a16:creationId xmlns:a16="http://schemas.microsoft.com/office/drawing/2014/main" id="{6B034DD9-4A61-318F-88CF-79721B55AC5B}"/>
              </a:ext>
            </a:extLst>
          </p:cNvPr>
          <p:cNvSpPr>
            <a:spLocks noGrp="1"/>
          </p:cNvSpPr>
          <p:nvPr>
            <p:ph type="dt" sz="half" idx="10"/>
          </p:nvPr>
        </p:nvSpPr>
        <p:spPr/>
        <p:txBody>
          <a:bodyPr/>
          <a:lstStyle/>
          <a:p>
            <a:r>
              <a:rPr lang="en-US"/>
              <a:t>20XX</a:t>
            </a:r>
            <a:endParaRPr lang="en-US" dirty="0"/>
          </a:p>
        </p:txBody>
      </p:sp>
      <p:sp>
        <p:nvSpPr>
          <p:cNvPr id="11" name="Footer Placeholder 10">
            <a:extLst>
              <a:ext uri="{FF2B5EF4-FFF2-40B4-BE49-F238E27FC236}">
                <a16:creationId xmlns:a16="http://schemas.microsoft.com/office/drawing/2014/main" id="{D496DA99-E916-9F7C-9E88-AA06046AE94C}"/>
              </a:ext>
            </a:extLst>
          </p:cNvPr>
          <p:cNvSpPr>
            <a:spLocks noGrp="1"/>
          </p:cNvSpPr>
          <p:nvPr>
            <p:ph type="ftr" sz="quarter" idx="11"/>
          </p:nvPr>
        </p:nvSpPr>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21CC86B5-B6B3-4633-0D90-AACB44D0D409}"/>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84924909"/>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78F7F10-35F6-E392-D41B-3CD300D5CCF8}"/>
              </a:ext>
            </a:extLst>
          </p:cNvPr>
          <p:cNvSpPr/>
          <p:nvPr/>
        </p:nvSpPr>
        <p:spPr>
          <a:xfrm>
            <a:off x="0" y="685800"/>
            <a:ext cx="11494008"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264F76-994F-4AB5-B17B-46C0C2FA5AE5}"/>
              </a:ext>
            </a:extLst>
          </p:cNvPr>
          <p:cNvSpPr>
            <a:spLocks noGrp="1"/>
          </p:cNvSpPr>
          <p:nvPr>
            <p:ph type="title"/>
          </p:nvPr>
        </p:nvSpPr>
        <p:spPr/>
        <p:txBody>
          <a:bodyPr>
            <a:normAutofit/>
          </a:bodyPr>
          <a:lstStyle>
            <a:lvl1pPr>
              <a:defRPr sz="5200"/>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55A69B3B-A540-4556-98C8-1F49704A794E}"/>
              </a:ext>
            </a:extLst>
          </p:cNvPr>
          <p:cNvSpPr>
            <a:spLocks noGrp="1"/>
          </p:cNvSpPr>
          <p:nvPr>
            <p:ph sz="half" idx="1"/>
          </p:nvPr>
        </p:nvSpPr>
        <p:spPr>
          <a:xfrm>
            <a:off x="420624" y="1825625"/>
            <a:ext cx="5181600" cy="4206382"/>
          </a:xfrm>
        </p:spPr>
        <p:txBody>
          <a:bodyPr vert="horz" lIns="91440" tIns="45720" rIns="91440" bIns="45720" rtlCol="0">
            <a:normAutofit/>
          </a:bodyPr>
          <a:lstStyle>
            <a:lvl1pPr>
              <a:defRPr lang="en-US" smtClean="0"/>
            </a:lvl1pPr>
            <a:lvl2pPr>
              <a:defRPr lang="en-US" smtClean="0"/>
            </a:lvl2pPr>
            <a:lvl3pPr>
              <a:defRPr lang="en-US" smtClean="0"/>
            </a:lvl3pPr>
            <a:lvl4pPr>
              <a:defRPr lang="en-US" smtClean="0"/>
            </a:lvl4pPr>
            <a:lvl5pPr>
              <a:defRPr lang="en-US" dirty="0"/>
            </a:lvl5pPr>
          </a:lstStyle>
          <a:p>
            <a:pPr lvl="0">
              <a:buChar char="¬"/>
            </a:pPr>
            <a:r>
              <a:rPr lang="en-GB"/>
              <a:t>Click to edit Master text styles</a:t>
            </a:r>
          </a:p>
          <a:p>
            <a:pPr lvl="1">
              <a:buChar char="¬"/>
            </a:pPr>
            <a:r>
              <a:rPr lang="en-GB"/>
              <a:t>Second level</a:t>
            </a:r>
          </a:p>
          <a:p>
            <a:pPr lvl="2">
              <a:buChar char="¬"/>
            </a:pPr>
            <a:r>
              <a:rPr lang="en-GB"/>
              <a:t>Third level</a:t>
            </a:r>
          </a:p>
          <a:p>
            <a:pPr lvl="3">
              <a:buChar char="¬"/>
            </a:pPr>
            <a:r>
              <a:rPr lang="en-GB"/>
              <a:t>Fourth level</a:t>
            </a:r>
          </a:p>
          <a:p>
            <a:pPr lvl="4">
              <a:buChar char="¬"/>
            </a:pPr>
            <a:r>
              <a:rPr lang="en-GB"/>
              <a:t>Fifth level</a:t>
            </a:r>
            <a:endParaRPr lang="en-US" dirty="0"/>
          </a:p>
        </p:txBody>
      </p:sp>
      <p:sp>
        <p:nvSpPr>
          <p:cNvPr id="4" name="Content Placeholder 3">
            <a:extLst>
              <a:ext uri="{FF2B5EF4-FFF2-40B4-BE49-F238E27FC236}">
                <a16:creationId xmlns:a16="http://schemas.microsoft.com/office/drawing/2014/main" id="{DEC72438-7C63-48F2-9D6F-2461BFD6D5E5}"/>
              </a:ext>
            </a:extLst>
          </p:cNvPr>
          <p:cNvSpPr>
            <a:spLocks noGrp="1"/>
          </p:cNvSpPr>
          <p:nvPr>
            <p:ph sz="half" idx="2"/>
          </p:nvPr>
        </p:nvSpPr>
        <p:spPr>
          <a:xfrm>
            <a:off x="5756178" y="1825625"/>
            <a:ext cx="5180046" cy="4206382"/>
          </a:xfrm>
        </p:spPr>
        <p:txBody>
          <a:bodyPr/>
          <a:lstStyle>
            <a:lvl1pPr marL="228600" indent="-228600">
              <a:buFont typeface="Wingdings 2" panose="05020102010507070707" pitchFamily="18" charset="2"/>
              <a:buChar char="¬"/>
              <a:defRPr/>
            </a:lvl1pPr>
            <a:lvl2pPr marL="685800" indent="-228600">
              <a:buFont typeface="Wingdings 2" panose="05020102010507070707" pitchFamily="18" charset="2"/>
              <a:buChar char="¬"/>
              <a:defRPr/>
            </a:lvl2pPr>
            <a:lvl3pPr marL="1143000" indent="-228600">
              <a:buFont typeface="Wingdings 2" panose="05020102010507070707" pitchFamily="18" charset="2"/>
              <a:buChar char="¬"/>
              <a:defRPr/>
            </a:lvl3pPr>
            <a:lvl4pPr marL="1600200" indent="-228600">
              <a:buFont typeface="Wingdings 2" panose="05020102010507070707" pitchFamily="18" charset="2"/>
              <a:buChar char="¬"/>
              <a:defRPr/>
            </a:lvl4pPr>
            <a:lvl5pPr marL="2057400" indent="-228600">
              <a:buFont typeface="Wingdings 2" panose="05020102010507070707" pitchFamily="18" charset="2"/>
              <a:buChar cha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5" name="Date Placeholder 14">
            <a:extLst>
              <a:ext uri="{FF2B5EF4-FFF2-40B4-BE49-F238E27FC236}">
                <a16:creationId xmlns:a16="http://schemas.microsoft.com/office/drawing/2014/main" id="{35274CEC-210E-BC97-9B79-A7D801E4B5F6}"/>
              </a:ext>
            </a:extLst>
          </p:cNvPr>
          <p:cNvSpPr>
            <a:spLocks noGrp="1"/>
          </p:cNvSpPr>
          <p:nvPr>
            <p:ph type="dt" sz="half" idx="10"/>
          </p:nvPr>
        </p:nvSpPr>
        <p:spPr/>
        <p:txBody>
          <a:bodyPr/>
          <a:lstStyle/>
          <a:p>
            <a:r>
              <a:rPr lang="en-US"/>
              <a:t>20XX</a:t>
            </a:r>
            <a:endParaRPr lang="en-US" dirty="0"/>
          </a:p>
        </p:txBody>
      </p:sp>
      <p:sp>
        <p:nvSpPr>
          <p:cNvPr id="16" name="Footer Placeholder 15">
            <a:extLst>
              <a:ext uri="{FF2B5EF4-FFF2-40B4-BE49-F238E27FC236}">
                <a16:creationId xmlns:a16="http://schemas.microsoft.com/office/drawing/2014/main" id="{486B3D53-F805-C08E-2359-498218FC6898}"/>
              </a:ext>
            </a:extLst>
          </p:cNvPr>
          <p:cNvSpPr>
            <a:spLocks noGrp="1"/>
          </p:cNvSpPr>
          <p:nvPr>
            <p:ph type="ftr" sz="quarter" idx="11"/>
          </p:nvPr>
        </p:nvSpPr>
        <p:spPr/>
        <p:txBody>
          <a:bodyPr/>
          <a:lstStyle/>
          <a:p>
            <a:r>
              <a:rPr lang="en-US"/>
              <a:t>Sample Footer Text</a:t>
            </a:r>
            <a:endParaRPr lang="en-US" dirty="0"/>
          </a:p>
        </p:txBody>
      </p:sp>
      <p:sp>
        <p:nvSpPr>
          <p:cNvPr id="17" name="Slide Number Placeholder 16">
            <a:extLst>
              <a:ext uri="{FF2B5EF4-FFF2-40B4-BE49-F238E27FC236}">
                <a16:creationId xmlns:a16="http://schemas.microsoft.com/office/drawing/2014/main" id="{61C4695B-D7BD-45F7-EB23-6FDAF2410BB2}"/>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12561204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A1F52B7-5271-53AA-8260-0CF50FF8DA3C}"/>
              </a:ext>
            </a:extLst>
          </p:cNvPr>
          <p:cNvSpPr/>
          <p:nvPr/>
        </p:nvSpPr>
        <p:spPr>
          <a:xfrm>
            <a:off x="0" y="685800"/>
            <a:ext cx="11494008"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2F9955-0460-4A20-8FC6-300595560010}"/>
              </a:ext>
            </a:extLst>
          </p:cNvPr>
          <p:cNvSpPr>
            <a:spLocks noGrp="1"/>
          </p:cNvSpPr>
          <p:nvPr>
            <p:ph type="title"/>
          </p:nvPr>
        </p:nvSpPr>
        <p:spPr>
          <a:xfrm>
            <a:off x="422178" y="365125"/>
            <a:ext cx="10515600" cy="1325563"/>
          </a:xfrm>
        </p:spPr>
        <p:txBody>
          <a:bodyPr>
            <a:normAutofit/>
          </a:bodyPr>
          <a:lstStyle>
            <a:lvl1pPr>
              <a:defRPr sz="5200"/>
            </a:lvl1p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BF95DDA7-4AAD-4EBE-880C-200E5F10A6C4}"/>
              </a:ext>
            </a:extLst>
          </p:cNvPr>
          <p:cNvSpPr>
            <a:spLocks noGrp="1"/>
          </p:cNvSpPr>
          <p:nvPr>
            <p:ph type="body" idx="1"/>
          </p:nvPr>
        </p:nvSpPr>
        <p:spPr>
          <a:xfrm>
            <a:off x="422178" y="1681163"/>
            <a:ext cx="5157787"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p:nvPr>
        </p:nvSpPr>
        <p:spPr>
          <a:xfrm>
            <a:off x="422178" y="2505075"/>
            <a:ext cx="5157787" cy="3526932"/>
          </a:xfrm>
        </p:spPr>
        <p:txBody>
          <a:bodyPr/>
          <a:lstStyle>
            <a:lvl1pPr>
              <a:defRPr sz="2400"/>
            </a:lvl1pPr>
            <a:lvl2pPr>
              <a:defRPr sz="2200"/>
            </a:lvl2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a:extLst>
              <a:ext uri="{FF2B5EF4-FFF2-40B4-BE49-F238E27FC236}">
                <a16:creationId xmlns:a16="http://schemas.microsoft.com/office/drawing/2014/main" id="{F8C438EA-D381-4F22-A911-ECDD6D04FB33}"/>
              </a:ext>
            </a:extLst>
          </p:cNvPr>
          <p:cNvSpPr>
            <a:spLocks noGrp="1"/>
          </p:cNvSpPr>
          <p:nvPr>
            <p:ph type="body" sz="quarter" idx="3"/>
          </p:nvPr>
        </p:nvSpPr>
        <p:spPr>
          <a:xfrm>
            <a:off x="5754590" y="1681163"/>
            <a:ext cx="5183188"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p:nvPr>
        </p:nvSpPr>
        <p:spPr>
          <a:xfrm>
            <a:off x="5754590" y="2505075"/>
            <a:ext cx="5183188" cy="3526932"/>
          </a:xfrm>
        </p:spPr>
        <p:txBody>
          <a:bodyPr/>
          <a:lstStyle>
            <a:lvl1pPr>
              <a:defRPr sz="2400"/>
            </a:lvl1pPr>
            <a:lvl2pPr>
              <a:defRPr sz="2200"/>
            </a:lvl2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Date Placeholder 9">
            <a:extLst>
              <a:ext uri="{FF2B5EF4-FFF2-40B4-BE49-F238E27FC236}">
                <a16:creationId xmlns:a16="http://schemas.microsoft.com/office/drawing/2014/main" id="{7198C3F1-4E77-7888-CDB8-CF9406E4A2E0}"/>
              </a:ext>
            </a:extLst>
          </p:cNvPr>
          <p:cNvSpPr>
            <a:spLocks noGrp="1"/>
          </p:cNvSpPr>
          <p:nvPr>
            <p:ph type="dt" sz="half" idx="10"/>
          </p:nvPr>
        </p:nvSpPr>
        <p:spPr/>
        <p:txBody>
          <a:bodyPr/>
          <a:lstStyle/>
          <a:p>
            <a:r>
              <a:rPr lang="en-US"/>
              <a:t>20XX</a:t>
            </a:r>
            <a:endParaRPr lang="en-US" dirty="0"/>
          </a:p>
        </p:txBody>
      </p:sp>
      <p:sp>
        <p:nvSpPr>
          <p:cNvPr id="11" name="Footer Placeholder 10">
            <a:extLst>
              <a:ext uri="{FF2B5EF4-FFF2-40B4-BE49-F238E27FC236}">
                <a16:creationId xmlns:a16="http://schemas.microsoft.com/office/drawing/2014/main" id="{493561D3-90F6-AD82-BCFE-90F9427D867B}"/>
              </a:ext>
            </a:extLst>
          </p:cNvPr>
          <p:cNvSpPr>
            <a:spLocks noGrp="1"/>
          </p:cNvSpPr>
          <p:nvPr>
            <p:ph type="ftr" sz="quarter" idx="11"/>
          </p:nvPr>
        </p:nvSpPr>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932F9B33-3FA7-526F-7B45-342EB64A1CDB}"/>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419146545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F235-FBFF-453E-B90A-5758ED47C7B0}"/>
              </a:ext>
            </a:extLst>
          </p:cNvPr>
          <p:cNvSpPr>
            <a:spLocks noGrp="1"/>
          </p:cNvSpPr>
          <p:nvPr>
            <p:ph type="title"/>
          </p:nvPr>
        </p:nvSpPr>
        <p:spPr>
          <a:xfrm>
            <a:off x="420624" y="938306"/>
            <a:ext cx="10515600" cy="1325563"/>
          </a:xfrm>
        </p:spPr>
        <p:txBody>
          <a:bodyPr>
            <a:normAutofit/>
          </a:bodyPr>
          <a:lstStyle>
            <a:lvl1pPr>
              <a:defRPr sz="5200"/>
            </a:lvl1pPr>
          </a:lstStyle>
          <a:p>
            <a:r>
              <a:rPr lang="en-GB"/>
              <a:t>Click to edit Master title style</a:t>
            </a:r>
            <a:endParaRPr lang="en-US" dirty="0"/>
          </a:p>
        </p:txBody>
      </p:sp>
      <p:sp>
        <p:nvSpPr>
          <p:cNvPr id="8" name="Date Placeholder 7">
            <a:extLst>
              <a:ext uri="{FF2B5EF4-FFF2-40B4-BE49-F238E27FC236}">
                <a16:creationId xmlns:a16="http://schemas.microsoft.com/office/drawing/2014/main" id="{A9328E63-E075-39E2-BAA7-30CCAE2E779E}"/>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2A5894A5-0E01-F43E-C68A-2EFAB2EB89D8}"/>
              </a:ext>
            </a:extLst>
          </p:cNvPr>
          <p:cNvSpPr>
            <a:spLocks noGrp="1"/>
          </p:cNvSpPr>
          <p:nvPr>
            <p:ph type="ftr" sz="quarter" idx="11"/>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7250128C-CE40-2B40-1B89-7E9AAAAC4393}"/>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43750277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281B99-C6A0-F92A-BDD3-BB362196501C}"/>
              </a:ext>
            </a:extLst>
          </p:cNvPr>
          <p:cNvSpPr/>
          <p:nvPr/>
        </p:nvSpPr>
        <p:spPr>
          <a:xfrm>
            <a:off x="0"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Rectangle 2">
            <a:extLst>
              <a:ext uri="{FF2B5EF4-FFF2-40B4-BE49-F238E27FC236}">
                <a16:creationId xmlns:a16="http://schemas.microsoft.com/office/drawing/2014/main" id="{3EB8367C-67E1-A50A-1584-F859A6FED9C9}"/>
              </a:ext>
            </a:extLst>
          </p:cNvPr>
          <p:cNvSpPr/>
          <p:nvPr/>
        </p:nvSpPr>
        <p:spPr>
          <a:xfrm>
            <a:off x="0" y="0"/>
            <a:ext cx="12188952" cy="6858000"/>
          </a:xfrm>
          <a:prstGeom prst="rect">
            <a:avLst/>
          </a:prstGeom>
          <a:solidFill>
            <a:schemeClr val="bg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Date Placeholder 4">
            <a:extLst>
              <a:ext uri="{FF2B5EF4-FFF2-40B4-BE49-F238E27FC236}">
                <a16:creationId xmlns:a16="http://schemas.microsoft.com/office/drawing/2014/main" id="{2ABB8861-51D7-741E-6B2C-25412D40E5BD}"/>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63D69A2F-0657-B33B-8334-C458A9538368}"/>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EB4FC84-48ED-0480-2497-FCD84C1276C6}"/>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012314726"/>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12261-8522-4437-B612-7C7100D18896}"/>
              </a:ext>
            </a:extLst>
          </p:cNvPr>
          <p:cNvSpPr>
            <a:spLocks noGrp="1"/>
          </p:cNvSpPr>
          <p:nvPr>
            <p:ph type="title"/>
          </p:nvPr>
        </p:nvSpPr>
        <p:spPr>
          <a:xfrm>
            <a:off x="420624" y="457200"/>
            <a:ext cx="10512425" cy="1600200"/>
          </a:xfrm>
        </p:spPr>
        <p:txBody>
          <a:bodyPr anchor="b">
            <a:normAutofit/>
          </a:bodyPr>
          <a:lstStyle>
            <a:lvl1pPr>
              <a:defRPr sz="5200">
                <a:latin typeface="Dante (Headings)2"/>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91BAA0AF-3F50-42BD-84B4-E70C3D004FB2}"/>
              </a:ext>
            </a:extLst>
          </p:cNvPr>
          <p:cNvSpPr>
            <a:spLocks noGrp="1"/>
          </p:cNvSpPr>
          <p:nvPr>
            <p:ph idx="1"/>
          </p:nvPr>
        </p:nvSpPr>
        <p:spPr>
          <a:xfrm>
            <a:off x="4782830" y="2199340"/>
            <a:ext cx="6172200" cy="3661710"/>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a:extLst>
              <a:ext uri="{FF2B5EF4-FFF2-40B4-BE49-F238E27FC236}">
                <a16:creationId xmlns:a16="http://schemas.microsoft.com/office/drawing/2014/main" id="{699C702B-2C4D-4590-8BEE-31940145C77A}"/>
              </a:ext>
            </a:extLst>
          </p:cNvPr>
          <p:cNvSpPr>
            <a:spLocks noGrp="1"/>
          </p:cNvSpPr>
          <p:nvPr>
            <p:ph type="body" sz="half" idx="2"/>
          </p:nvPr>
        </p:nvSpPr>
        <p:spPr>
          <a:xfrm>
            <a:off x="420624" y="2199340"/>
            <a:ext cx="3932237"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8" name="Date Placeholder 7">
            <a:extLst>
              <a:ext uri="{FF2B5EF4-FFF2-40B4-BE49-F238E27FC236}">
                <a16:creationId xmlns:a16="http://schemas.microsoft.com/office/drawing/2014/main" id="{23F37370-7C05-0AAE-A0C3-9EE620A84EBB}"/>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0900B8E3-39E6-A88A-BBFB-717596EB347E}"/>
              </a:ext>
            </a:extLst>
          </p:cNvPr>
          <p:cNvSpPr>
            <a:spLocks noGrp="1"/>
          </p:cNvSpPr>
          <p:nvPr>
            <p:ph type="ftr" sz="quarter" idx="11"/>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348E340D-1840-D987-3EEA-963BDDE31400}"/>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48105018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334B-3019-4CA1-B658-779001922412}"/>
              </a:ext>
            </a:extLst>
          </p:cNvPr>
          <p:cNvSpPr>
            <a:spLocks noGrp="1"/>
          </p:cNvSpPr>
          <p:nvPr>
            <p:ph type="title"/>
          </p:nvPr>
        </p:nvSpPr>
        <p:spPr>
          <a:xfrm>
            <a:off x="420624" y="457200"/>
            <a:ext cx="3932237" cy="1600200"/>
          </a:xfrm>
        </p:spPr>
        <p:txBody>
          <a:bodyPr anchor="b">
            <a:normAutofit/>
          </a:bodyPr>
          <a:lstStyle>
            <a:lvl1pPr>
              <a:defRPr sz="4400"/>
            </a:lvl1pPr>
          </a:lstStyle>
          <a:p>
            <a:r>
              <a:rPr lang="en-GB"/>
              <a:t>Click to edit Master title style</a:t>
            </a:r>
            <a:endParaRPr lang="en-US" dirty="0"/>
          </a:p>
        </p:txBody>
      </p:sp>
      <p:sp>
        <p:nvSpPr>
          <p:cNvPr id="3" name="Picture Placeholder 2">
            <a:extLst>
              <a:ext uri="{FF2B5EF4-FFF2-40B4-BE49-F238E27FC236}">
                <a16:creationId xmlns:a16="http://schemas.microsoft.com/office/drawing/2014/main" id="{AFD3CC12-FD6B-41A3-BF67-D600CC4383A3}"/>
              </a:ext>
            </a:extLst>
          </p:cNvPr>
          <p:cNvSpPr>
            <a:spLocks noGrp="1"/>
          </p:cNvSpPr>
          <p:nvPr>
            <p:ph type="pic" idx="1"/>
          </p:nvPr>
        </p:nvSpPr>
        <p:spPr>
          <a:xfrm>
            <a:off x="4781276" y="987425"/>
            <a:ext cx="6172200" cy="4873625"/>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a:extLst>
              <a:ext uri="{FF2B5EF4-FFF2-40B4-BE49-F238E27FC236}">
                <a16:creationId xmlns:a16="http://schemas.microsoft.com/office/drawing/2014/main" id="{0DDB2BD5-DC18-460B-BFCC-5B2447D2B094}"/>
              </a:ext>
            </a:extLst>
          </p:cNvPr>
          <p:cNvSpPr>
            <a:spLocks noGrp="1"/>
          </p:cNvSpPr>
          <p:nvPr>
            <p:ph type="body" sz="half" idx="2"/>
          </p:nvPr>
        </p:nvSpPr>
        <p:spPr>
          <a:xfrm>
            <a:off x="420624" y="2199340"/>
            <a:ext cx="3932237"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8" name="Date Placeholder 7">
            <a:extLst>
              <a:ext uri="{FF2B5EF4-FFF2-40B4-BE49-F238E27FC236}">
                <a16:creationId xmlns:a16="http://schemas.microsoft.com/office/drawing/2014/main" id="{90F28E44-58BB-553B-BBD0-F292C66CCA94}"/>
              </a:ext>
            </a:extLst>
          </p:cNvPr>
          <p:cNvSpPr>
            <a:spLocks noGrp="1"/>
          </p:cNvSpPr>
          <p:nvPr>
            <p:ph type="dt" sz="half" idx="10"/>
          </p:nvPr>
        </p:nvSpPr>
        <p:spPr/>
        <p:txBody>
          <a:bodyPr/>
          <a:lstStyle/>
          <a:p>
            <a:r>
              <a:rPr lang="en-US"/>
              <a:t>20XX</a:t>
            </a:r>
            <a:endParaRPr lang="en-US" dirty="0"/>
          </a:p>
        </p:txBody>
      </p:sp>
      <p:sp>
        <p:nvSpPr>
          <p:cNvPr id="10" name="Footer Placeholder 9">
            <a:extLst>
              <a:ext uri="{FF2B5EF4-FFF2-40B4-BE49-F238E27FC236}">
                <a16:creationId xmlns:a16="http://schemas.microsoft.com/office/drawing/2014/main" id="{8F22D156-E5FE-F118-0553-B401F19652DE}"/>
              </a:ext>
            </a:extLst>
          </p:cNvPr>
          <p:cNvSpPr>
            <a:spLocks noGrp="1"/>
          </p:cNvSpPr>
          <p:nvPr>
            <p:ph type="ftr" sz="quarter" idx="11"/>
          </p:nvPr>
        </p:nvSpPr>
        <p:spPr/>
        <p:txBody>
          <a:bodyPr/>
          <a:lstStyle/>
          <a:p>
            <a:r>
              <a:rPr lang="en-US"/>
              <a:t>Sample Footer Text</a:t>
            </a:r>
            <a:endParaRPr lang="en-US" dirty="0"/>
          </a:p>
        </p:txBody>
      </p:sp>
      <p:sp>
        <p:nvSpPr>
          <p:cNvPr id="11" name="Slide Number Placeholder 10">
            <a:extLst>
              <a:ext uri="{FF2B5EF4-FFF2-40B4-BE49-F238E27FC236}">
                <a16:creationId xmlns:a16="http://schemas.microsoft.com/office/drawing/2014/main" id="{88AEE0A6-6120-9BA2-5751-E0E2D8CF0F58}"/>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34639915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D930A-6467-4C46-BA13-A0F5EC12FF67}"/>
              </a:ext>
            </a:extLst>
          </p:cNvPr>
          <p:cNvSpPr>
            <a:spLocks noGrp="1"/>
          </p:cNvSpPr>
          <p:nvPr>
            <p:ph type="title"/>
          </p:nvPr>
        </p:nvSpPr>
        <p:spPr/>
        <p:txBody>
          <a:bodyPr>
            <a:normAutofit/>
          </a:bodyPr>
          <a:lstStyle>
            <a:lvl1pPr>
              <a:defRPr sz="5200"/>
            </a:lvl1pPr>
          </a:lstStyle>
          <a:p>
            <a:r>
              <a:rPr lang="en-GB"/>
              <a:t>Click to edit Master title style</a:t>
            </a:r>
            <a:endParaRPr lang="en-US" dirty="0"/>
          </a:p>
        </p:txBody>
      </p:sp>
      <p:sp>
        <p:nvSpPr>
          <p:cNvPr id="3" name="Vertical Text Placeholder 2">
            <a:extLst>
              <a:ext uri="{FF2B5EF4-FFF2-40B4-BE49-F238E27FC236}">
                <a16:creationId xmlns:a16="http://schemas.microsoft.com/office/drawing/2014/main" id="{D841977A-7872-4BE8-8C5C-D2099BEDBB7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a:extLst>
              <a:ext uri="{FF2B5EF4-FFF2-40B4-BE49-F238E27FC236}">
                <a16:creationId xmlns:a16="http://schemas.microsoft.com/office/drawing/2014/main" id="{B2268C47-2910-B99C-EC67-F6649ADC29A4}"/>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D8019515-4A04-FBE0-E89C-86ECBB7E98A8}"/>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C3D9C272-2490-C827-9BE5-9CEE41850423}"/>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95805413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76A9FC-D582-4FC8-B641-9F77B4DD15B7}"/>
              </a:ext>
            </a:extLst>
          </p:cNvPr>
          <p:cNvSpPr>
            <a:spLocks noGrp="1"/>
          </p:cNvSpPr>
          <p:nvPr>
            <p:ph type="title" orient="vert"/>
          </p:nvPr>
        </p:nvSpPr>
        <p:spPr>
          <a:xfrm>
            <a:off x="8326130" y="365125"/>
            <a:ext cx="2628900" cy="5811838"/>
          </a:xfrm>
        </p:spPr>
        <p:txBody>
          <a:bodyPr vert="eaVert"/>
          <a:lstStyle/>
          <a:p>
            <a:r>
              <a:rPr lang="en-GB"/>
              <a:t>Click to edit Master title style</a:t>
            </a:r>
            <a:endParaRPr lang="en-US" dirty="0"/>
          </a:p>
        </p:txBody>
      </p:sp>
      <p:sp>
        <p:nvSpPr>
          <p:cNvPr id="3" name="Vertical Text Placeholder 2">
            <a:extLst>
              <a:ext uri="{FF2B5EF4-FFF2-40B4-BE49-F238E27FC236}">
                <a16:creationId xmlns:a16="http://schemas.microsoft.com/office/drawing/2014/main" id="{A23A1683-12F6-4BA6-AD1A-F98C60951452}"/>
              </a:ext>
            </a:extLst>
          </p:cNvPr>
          <p:cNvSpPr>
            <a:spLocks noGrp="1"/>
          </p:cNvSpPr>
          <p:nvPr>
            <p:ph type="body" orient="vert" idx="1"/>
          </p:nvPr>
        </p:nvSpPr>
        <p:spPr>
          <a:xfrm>
            <a:off x="43943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a:extLst>
              <a:ext uri="{FF2B5EF4-FFF2-40B4-BE49-F238E27FC236}">
                <a16:creationId xmlns:a16="http://schemas.microsoft.com/office/drawing/2014/main" id="{DBFF68BE-C313-C839-B719-0339AC3444DF}"/>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A14F4E5F-FFF4-F934-3DD9-134F8D24262D}"/>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6CFE0F82-88EB-FAE2-FC02-99D5EE30110A}"/>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80520741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F7D84AA-0BCE-9C85-4510-34EBAE061790}"/>
              </a:ext>
              <a:ext uri="{C183D7F6-B498-43B3-948B-1728B52AA6E4}">
                <adec:decorative xmlns:adec="http://schemas.microsoft.com/office/drawing/2017/decorative" val="1"/>
              </a:ext>
            </a:extLst>
          </p:cNvPr>
          <p:cNvGrpSpPr/>
          <p:nvPr userDrawn="1"/>
        </p:nvGrpSpPr>
        <p:grpSpPr>
          <a:xfrm>
            <a:off x="-1524" y="708955"/>
            <a:ext cx="12193526" cy="5463893"/>
            <a:chOff x="-1524" y="708955"/>
            <a:chExt cx="12193526" cy="5463893"/>
          </a:xfrm>
        </p:grpSpPr>
        <p:sp>
          <p:nvSpPr>
            <p:cNvPr id="5" name="Rectangle 4">
              <a:extLst>
                <a:ext uri="{FF2B5EF4-FFF2-40B4-BE49-F238E27FC236}">
                  <a16:creationId xmlns:a16="http://schemas.microsoft.com/office/drawing/2014/main" id="{E41002A6-9DB7-26A1-2425-8C496B953CA4}"/>
                </a:ext>
              </a:extLst>
            </p:cNvPr>
            <p:cNvSpPr/>
            <p:nvPr userDrawn="1"/>
          </p:nvSpPr>
          <p:spPr>
            <a:xfrm>
              <a:off x="-1524" y="709613"/>
              <a:ext cx="12192000" cy="5463235"/>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Graphic 24">
              <a:extLst>
                <a:ext uri="{FF2B5EF4-FFF2-40B4-BE49-F238E27FC236}">
                  <a16:creationId xmlns:a16="http://schemas.microsoft.com/office/drawing/2014/main" id="{9F029623-B14D-1CDC-9D8F-47D563937B5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3670" t="-7182" r="-9886" b="52046"/>
            <a:stretch/>
          </p:blipFill>
          <p:spPr>
            <a:xfrm>
              <a:off x="-1" y="1162050"/>
              <a:ext cx="5568949" cy="5009032"/>
            </a:xfrm>
            <a:prstGeom prst="rect">
              <a:avLst/>
            </a:prstGeom>
          </p:spPr>
        </p:pic>
        <p:pic>
          <p:nvPicPr>
            <p:cNvPr id="26" name="Graphic 25">
              <a:extLst>
                <a:ext uri="{FF2B5EF4-FFF2-40B4-BE49-F238E27FC236}">
                  <a16:creationId xmlns:a16="http://schemas.microsoft.com/office/drawing/2014/main" id="{B4D8031F-ED2A-8D7E-D369-6BF3256FE3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6" t="-7183" r="44925" b="48899"/>
            <a:stretch/>
          </p:blipFill>
          <p:spPr>
            <a:xfrm rot="16200000">
              <a:off x="7239292" y="366674"/>
              <a:ext cx="4610430" cy="5294991"/>
            </a:xfrm>
            <a:prstGeom prst="rect">
              <a:avLst/>
            </a:prstGeom>
          </p:spPr>
        </p:pic>
      </p:grpSp>
      <p:cxnSp>
        <p:nvCxnSpPr>
          <p:cNvPr id="15" name="Straight Connector 14">
            <a:extLst>
              <a:ext uri="{FF2B5EF4-FFF2-40B4-BE49-F238E27FC236}">
                <a16:creationId xmlns:a16="http://schemas.microsoft.com/office/drawing/2014/main" id="{8A28D3FB-54EA-410D-A062-8F118E5D0CD7}"/>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593477A-1279-4BCC-8257-14CC2361F898}"/>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97F04C86-E215-DFBB-8302-70BCCDFC2DB8}"/>
              </a:ext>
              <a:ext uri="{C183D7F6-B498-43B3-948B-1728B52AA6E4}">
                <adec:decorative xmlns:adec="http://schemas.microsoft.com/office/drawing/2017/decorative" val="1"/>
              </a:ext>
            </a:extLst>
          </p:cNvPr>
          <p:cNvCxnSpPr>
            <a:cxnSpLocks/>
          </p:cNvCxnSpPr>
          <p:nvPr userDrawn="1"/>
        </p:nvCxnSpPr>
        <p:spPr>
          <a:xfrm>
            <a:off x="0" y="708956"/>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F29577F-647F-5850-5636-6ED05B99595F}"/>
              </a:ext>
              <a:ext uri="{C183D7F6-B498-43B3-948B-1728B52AA6E4}">
                <adec:decorative xmlns:adec="http://schemas.microsoft.com/office/drawing/2017/decorative" val="1"/>
              </a:ext>
            </a:extLst>
          </p:cNvPr>
          <p:cNvCxnSpPr>
            <a:cxnSpLocks/>
          </p:cNvCxnSpPr>
          <p:nvPr userDrawn="1"/>
        </p:nvCxnSpPr>
        <p:spPr>
          <a:xfrm flipV="1">
            <a:off x="69482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CBFB4F-DC16-FC59-E9E7-B92910449EB8}"/>
              </a:ext>
              <a:ext uri="{C183D7F6-B498-43B3-948B-1728B52AA6E4}">
                <adec:decorative xmlns:adec="http://schemas.microsoft.com/office/drawing/2017/decorative" val="1"/>
              </a:ext>
            </a:extLst>
          </p:cNvPr>
          <p:cNvCxnSpPr>
            <a:cxnSpLocks/>
          </p:cNvCxnSpPr>
          <p:nvPr userDrawn="1"/>
        </p:nvCxnSpPr>
        <p:spPr>
          <a:xfrm>
            <a:off x="0" y="616429"/>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3690604-E7DB-AFA3-7E13-CAFF46FF50F6}"/>
              </a:ext>
              <a:ext uri="{C183D7F6-B498-43B3-948B-1728B52AA6E4}">
                <adec:decorative xmlns:adec="http://schemas.microsoft.com/office/drawing/2017/decorative" val="1"/>
              </a:ext>
            </a:extLst>
          </p:cNvPr>
          <p:cNvCxnSpPr>
            <a:cxnSpLocks/>
          </p:cNvCxnSpPr>
          <p:nvPr userDrawn="1"/>
        </p:nvCxnSpPr>
        <p:spPr>
          <a:xfrm>
            <a:off x="0" y="627968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E2874C2-BA39-4778-DC11-487CC4FCADC3}"/>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6D6334D-FB4A-4843-F2FB-1CAC50021C4D}"/>
              </a:ext>
              <a:ext uri="{C183D7F6-B498-43B3-948B-1728B52AA6E4}">
                <adec:decorative xmlns:adec="http://schemas.microsoft.com/office/drawing/2017/decorative" val="1"/>
              </a:ext>
            </a:extLst>
          </p:cNvPr>
          <p:cNvCxnSpPr>
            <a:cxnSpLocks/>
          </p:cNvCxnSpPr>
          <p:nvPr userDrawn="1"/>
        </p:nvCxnSpPr>
        <p:spPr>
          <a:xfrm flipV="1">
            <a:off x="58695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FC043C06-5053-E291-E708-44B684DC523C}"/>
              </a:ext>
            </a:extLst>
          </p:cNvPr>
          <p:cNvSpPr>
            <a:spLocks noGrp="1"/>
          </p:cNvSpPr>
          <p:nvPr>
            <p:ph type="title" hasCustomPrompt="1"/>
          </p:nvPr>
        </p:nvSpPr>
        <p:spPr>
          <a:xfrm>
            <a:off x="1828932" y="1115167"/>
            <a:ext cx="8534136" cy="4655385"/>
          </a:xfrm>
        </p:spPr>
        <p:txBody>
          <a:bodyPr>
            <a:noAutofit/>
          </a:bodyPr>
          <a:lstStyle>
            <a:lvl1pPr algn="ctr">
              <a:defRPr sz="7200"/>
            </a:lvl1pPr>
          </a:lstStyle>
          <a:p>
            <a:r>
              <a:rPr lang="en-US" dirty="0"/>
              <a:t>Click to add title</a:t>
            </a:r>
          </a:p>
        </p:txBody>
      </p:sp>
    </p:spTree>
    <p:extLst>
      <p:ext uri="{BB962C8B-B14F-4D97-AF65-F5344CB8AC3E}">
        <p14:creationId xmlns:p14="http://schemas.microsoft.com/office/powerpoint/2010/main" val="12682488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F9E0CFE-F27B-4D50-AA2F-7146CA90E1F0}"/>
              </a:ext>
              <a:ext uri="{C183D7F6-B498-43B3-948B-1728B52AA6E4}">
                <adec:decorative xmlns:adec="http://schemas.microsoft.com/office/drawing/2017/decorative" val="1"/>
              </a:ext>
            </a:extLst>
          </p:cNvPr>
          <p:cNvSpPr/>
          <p:nvPr userDrawn="1"/>
        </p:nvSpPr>
        <p:spPr>
          <a:xfrm>
            <a:off x="3048" y="2138289"/>
            <a:ext cx="12188952" cy="4033912"/>
          </a:xfrm>
          <a:prstGeom prst="rect">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2C488A36-B0CB-7B46-C2A6-BA57D39EC479}"/>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27860" r="37853" b="27738"/>
          <a:stretch/>
        </p:blipFill>
        <p:spPr>
          <a:xfrm>
            <a:off x="6962087" y="2143124"/>
            <a:ext cx="5226865" cy="4033839"/>
          </a:xfrm>
          <a:prstGeom prst="rect">
            <a:avLst/>
          </a:prstGeom>
        </p:spPr>
      </p:pic>
      <p:sp>
        <p:nvSpPr>
          <p:cNvPr id="16" name="Title 1">
            <a:extLst>
              <a:ext uri="{FF2B5EF4-FFF2-40B4-BE49-F238E27FC236}">
                <a16:creationId xmlns:a16="http://schemas.microsoft.com/office/drawing/2014/main" id="{A8614BA2-9387-F1B5-B7DB-B34DAE90FEDE}"/>
              </a:ext>
            </a:extLst>
          </p:cNvPr>
          <p:cNvSpPr>
            <a:spLocks noGrp="1"/>
          </p:cNvSpPr>
          <p:nvPr>
            <p:ph type="title" hasCustomPrompt="1"/>
          </p:nvPr>
        </p:nvSpPr>
        <p:spPr>
          <a:xfrm>
            <a:off x="422177" y="365125"/>
            <a:ext cx="10778937" cy="1325563"/>
          </a:xfrm>
        </p:spPr>
        <p:txBody>
          <a:bodyPr>
            <a:normAutofit/>
          </a:bodyPr>
          <a:lstStyle>
            <a:lvl1pPr>
              <a:defRPr sz="4400"/>
            </a:lvl1pPr>
          </a:lstStyle>
          <a:p>
            <a:r>
              <a:rPr lang="en-US" dirty="0"/>
              <a:t>Click to add title</a:t>
            </a:r>
          </a:p>
        </p:txBody>
      </p:sp>
      <p:sp>
        <p:nvSpPr>
          <p:cNvPr id="12" name="Content Placeholder 2">
            <a:extLst>
              <a:ext uri="{FF2B5EF4-FFF2-40B4-BE49-F238E27FC236}">
                <a16:creationId xmlns:a16="http://schemas.microsoft.com/office/drawing/2014/main" id="{6994EC89-4FAE-445C-A6E8-D55E4A34DE4E}"/>
              </a:ext>
            </a:extLst>
          </p:cNvPr>
          <p:cNvSpPr>
            <a:spLocks noGrp="1"/>
          </p:cNvSpPr>
          <p:nvPr>
            <p:ph idx="1" hasCustomPrompt="1"/>
          </p:nvPr>
        </p:nvSpPr>
        <p:spPr>
          <a:xfrm>
            <a:off x="422899" y="2350108"/>
            <a:ext cx="10778221" cy="3609461"/>
          </a:xfrm>
        </p:spPr>
        <p:txBody>
          <a:bodyPr anchor="ctr" anchorCtr="0">
            <a:normAutofit/>
          </a:bodyPr>
          <a:lstStyle>
            <a:lvl1pPr>
              <a:buNone/>
              <a:defRPr sz="2400"/>
            </a:lvl1pPr>
            <a:lvl2pPr>
              <a:defRPr sz="2400"/>
            </a:lvl2pPr>
            <a:lvl3pPr>
              <a:defRPr sz="2400"/>
            </a:lvl3pPr>
            <a:lvl4pPr>
              <a:defRPr sz="2400"/>
            </a:lvl4pPr>
            <a:lvl5pP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endParaRPr lang="en-US" sz="1800" dirty="0">
              <a:solidFill>
                <a:schemeClr val="tx1"/>
              </a:solidFill>
            </a:endParaRPr>
          </a:p>
        </p:txBody>
      </p:sp>
      <p:cxnSp>
        <p:nvCxnSpPr>
          <p:cNvPr id="14" name="Straight Connector 13">
            <a:extLst>
              <a:ext uri="{FF2B5EF4-FFF2-40B4-BE49-F238E27FC236}">
                <a16:creationId xmlns:a16="http://schemas.microsoft.com/office/drawing/2014/main" id="{09ECF93F-3E86-4C44-BAF1-ADE160CADF49}"/>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7A80DA6A-71F3-6286-F60A-EEEC9188718C}"/>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cxnSp>
        <p:nvCxnSpPr>
          <p:cNvPr id="3" name="Straight Connector 2">
            <a:extLst>
              <a:ext uri="{FF2B5EF4-FFF2-40B4-BE49-F238E27FC236}">
                <a16:creationId xmlns:a16="http://schemas.microsoft.com/office/drawing/2014/main" id="{75F98B46-5DFC-3487-EB05-148905CA6507}"/>
              </a:ext>
              <a:ext uri="{C183D7F6-B498-43B3-948B-1728B52AA6E4}">
                <adec:decorative xmlns:adec="http://schemas.microsoft.com/office/drawing/2017/decorative" val="1"/>
              </a:ext>
            </a:extLst>
          </p:cNvPr>
          <p:cNvCxnSpPr>
            <a:cxnSpLocks/>
          </p:cNvCxnSpPr>
          <p:nvPr userDrawn="1"/>
        </p:nvCxnSpPr>
        <p:spPr>
          <a:xfrm>
            <a:off x="0" y="2138288"/>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5D768F8E-3DFF-8D92-E3CF-5AE5F6DA5422}"/>
              </a:ext>
              <a:ext uri="{C183D7F6-B498-43B3-948B-1728B52AA6E4}">
                <adec:decorative xmlns:adec="http://schemas.microsoft.com/office/drawing/2017/decorative" val="1"/>
              </a:ext>
            </a:extLst>
          </p:cNvPr>
          <p:cNvCxnSpPr>
            <a:cxnSpLocks/>
          </p:cNvCxnSpPr>
          <p:nvPr userDrawn="1"/>
        </p:nvCxnSpPr>
        <p:spPr>
          <a:xfrm>
            <a:off x="0" y="2045761"/>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E83A1EA-5EE3-D81A-D135-860F481F6740}"/>
              </a:ext>
              <a:ext uri="{C183D7F6-B498-43B3-948B-1728B52AA6E4}">
                <adec:decorative xmlns:adec="http://schemas.microsoft.com/office/drawing/2017/decorative" val="1"/>
              </a:ext>
            </a:extLst>
          </p:cNvPr>
          <p:cNvCxnSpPr>
            <a:cxnSpLocks/>
          </p:cNvCxnSpPr>
          <p:nvPr userDrawn="1"/>
        </p:nvCxnSpPr>
        <p:spPr>
          <a:xfrm>
            <a:off x="0" y="6264727"/>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4EA58FF-2FB1-3B78-FDCF-E5DC2EFE5D57}"/>
              </a:ext>
              <a:ext uri="{C183D7F6-B498-43B3-948B-1728B52AA6E4}">
                <adec:decorative xmlns:adec="http://schemas.microsoft.com/office/drawing/2017/decorative" val="1"/>
              </a:ext>
            </a:extLst>
          </p:cNvPr>
          <p:cNvCxnSpPr>
            <a:cxnSpLocks/>
          </p:cNvCxnSpPr>
          <p:nvPr userDrawn="1"/>
        </p:nvCxnSpPr>
        <p:spPr>
          <a:xfrm>
            <a:off x="0"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4326723"/>
      </p:ext>
    </p:extLst>
  </p:cSld>
  <p:clrMapOvr>
    <a:masterClrMapping/>
  </p:clrMapOvr>
  <p:extLst>
    <p:ext uri="{DCECCB84-F9BA-43D5-87BE-67443E8EF086}">
      <p15:sldGuideLst xmlns:p15="http://schemas.microsoft.com/office/powerpoint/2012/main">
        <p15:guide id="1" orient="horz" pos="160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ection break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C2EA47A-F66B-4005-A5A4-458E90C0968A}"/>
              </a:ext>
            </a:extLst>
          </p:cNvPr>
          <p:cNvSpPr>
            <a:spLocks noGrp="1"/>
          </p:cNvSpPr>
          <p:nvPr>
            <p:ph type="ctrTitle" hasCustomPrompt="1"/>
          </p:nvPr>
        </p:nvSpPr>
        <p:spPr>
          <a:xfrm>
            <a:off x="422897" y="576262"/>
            <a:ext cx="5646541" cy="5295371"/>
          </a:xfrm>
        </p:spPr>
        <p:txBody>
          <a:bodyPr anchor="ctr" anchorCtr="0">
            <a:normAutofit/>
          </a:bodyPr>
          <a:lstStyle>
            <a:lvl1pPr>
              <a:defRPr sz="4400"/>
            </a:lvl1pPr>
          </a:lstStyle>
          <a:p>
            <a:pPr algn="l">
              <a:lnSpc>
                <a:spcPts val="5800"/>
              </a:lnSpc>
            </a:pPr>
            <a:r>
              <a:rPr lang="en-US" sz="4800" dirty="0"/>
              <a:t>Click to add title </a:t>
            </a:r>
          </a:p>
        </p:txBody>
      </p:sp>
      <p:sp>
        <p:nvSpPr>
          <p:cNvPr id="2" name="Picture Placeholder 13">
            <a:extLst>
              <a:ext uri="{FF2B5EF4-FFF2-40B4-BE49-F238E27FC236}">
                <a16:creationId xmlns:a16="http://schemas.microsoft.com/office/drawing/2014/main" id="{6379D45C-F78A-E101-CD9D-C98EA6E6C569}"/>
              </a:ext>
            </a:extLst>
          </p:cNvPr>
          <p:cNvSpPr>
            <a:spLocks noGrp="1"/>
          </p:cNvSpPr>
          <p:nvPr>
            <p:ph type="pic" sz="quarter" idx="13"/>
          </p:nvPr>
        </p:nvSpPr>
        <p:spPr>
          <a:xfrm>
            <a:off x="6483095" y="-1"/>
            <a:ext cx="5013087" cy="6857998"/>
          </a:xfrm>
          <a:solidFill>
            <a:schemeClr val="accent3"/>
          </a:solidFill>
        </p:spPr>
        <p:txBody>
          <a:bodyPr>
            <a:normAutofit/>
          </a:bodyPr>
          <a:lstStyle>
            <a:lvl1pPr marL="0" indent="0" algn="ctr">
              <a:buNone/>
              <a:defRPr sz="1800"/>
            </a:lvl1pPr>
          </a:lstStyle>
          <a:p>
            <a:r>
              <a:rPr lang="en-GB"/>
              <a:t>Click icon to add picture</a:t>
            </a:r>
            <a:endParaRPr lang="en-US" dirty="0"/>
          </a:p>
        </p:txBody>
      </p:sp>
    </p:spTree>
    <p:extLst>
      <p:ext uri="{BB962C8B-B14F-4D97-AF65-F5344CB8AC3E}">
        <p14:creationId xmlns:p14="http://schemas.microsoft.com/office/powerpoint/2010/main" val="37137688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ection break">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C2EA47A-F66B-4005-A5A4-458E90C0968A}"/>
              </a:ext>
            </a:extLst>
          </p:cNvPr>
          <p:cNvSpPr>
            <a:spLocks noGrp="1"/>
          </p:cNvSpPr>
          <p:nvPr>
            <p:ph type="ctrTitle" hasCustomPrompt="1"/>
          </p:nvPr>
        </p:nvSpPr>
        <p:spPr>
          <a:xfrm>
            <a:off x="422897" y="576263"/>
            <a:ext cx="5646541" cy="3304494"/>
          </a:xfrm>
        </p:spPr>
        <p:txBody>
          <a:bodyPr anchor="b" anchorCtr="0">
            <a:normAutofit/>
          </a:bodyPr>
          <a:lstStyle>
            <a:lvl1pPr>
              <a:defRPr sz="4400"/>
            </a:lvl1pPr>
          </a:lstStyle>
          <a:p>
            <a:pPr algn="l">
              <a:lnSpc>
                <a:spcPts val="5800"/>
              </a:lnSpc>
            </a:pPr>
            <a:r>
              <a:rPr lang="en-US" sz="4800" dirty="0"/>
              <a:t>Click to add title </a:t>
            </a:r>
          </a:p>
        </p:txBody>
      </p:sp>
      <p:sp>
        <p:nvSpPr>
          <p:cNvPr id="4" name="Rectangle 3">
            <a:extLst>
              <a:ext uri="{FF2B5EF4-FFF2-40B4-BE49-F238E27FC236}">
                <a16:creationId xmlns:a16="http://schemas.microsoft.com/office/drawing/2014/main" id="{39415B1A-CA14-E219-0C7F-0B38B168475A}"/>
              </a:ext>
              <a:ext uri="{C183D7F6-B498-43B3-948B-1728B52AA6E4}">
                <adec:decorative xmlns:adec="http://schemas.microsoft.com/office/drawing/2017/decorative" val="1"/>
              </a:ext>
            </a:extLst>
          </p:cNvPr>
          <p:cNvSpPr/>
          <p:nvPr userDrawn="1"/>
        </p:nvSpPr>
        <p:spPr>
          <a:xfrm>
            <a:off x="6483096" y="1"/>
            <a:ext cx="5013088" cy="6857999"/>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92BA35BB-6689-91C0-7D75-944092B3CDB5}"/>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71949B5-8206-3159-8E9E-E95F2A9AA4EA}"/>
              </a:ext>
              <a:ext uri="{C183D7F6-B498-43B3-948B-1728B52AA6E4}">
                <adec:decorative xmlns:adec="http://schemas.microsoft.com/office/drawing/2017/decorative" val="1"/>
              </a:ext>
            </a:extLst>
          </p:cNvPr>
          <p:cNvCxnSpPr>
            <a:cxnSpLocks/>
          </p:cNvCxnSpPr>
          <p:nvPr userDrawn="1"/>
        </p:nvCxnSpPr>
        <p:spPr>
          <a:xfrm flipV="1">
            <a:off x="6483096"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997BFBC-DA17-6BEB-A937-333E9504DD6D}"/>
              </a:ext>
              <a:ext uri="{C183D7F6-B498-43B3-948B-1728B52AA6E4}">
                <adec:decorative xmlns:adec="http://schemas.microsoft.com/office/drawing/2017/decorative" val="1"/>
              </a:ext>
            </a:extLst>
          </p:cNvPr>
          <p:cNvCxnSpPr>
            <a:cxnSpLocks/>
          </p:cNvCxnSpPr>
          <p:nvPr userDrawn="1"/>
        </p:nvCxnSpPr>
        <p:spPr>
          <a:xfrm flipV="1">
            <a:off x="6363569"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15" name="Text Placeholder 14">
            <a:extLst>
              <a:ext uri="{FF2B5EF4-FFF2-40B4-BE49-F238E27FC236}">
                <a16:creationId xmlns:a16="http://schemas.microsoft.com/office/drawing/2014/main" id="{DF9A5C70-EFC4-1BAB-285F-B317FAF4744B}"/>
              </a:ext>
            </a:extLst>
          </p:cNvPr>
          <p:cNvSpPr>
            <a:spLocks noGrp="1"/>
          </p:cNvSpPr>
          <p:nvPr>
            <p:ph type="body" sz="quarter" idx="10" hasCustomPrompt="1"/>
          </p:nvPr>
        </p:nvSpPr>
        <p:spPr>
          <a:xfrm>
            <a:off x="422275" y="4148138"/>
            <a:ext cx="5673726" cy="1528762"/>
          </a:xfrm>
        </p:spPr>
        <p:txBody>
          <a:bodyPr/>
          <a:lstStyle>
            <a:lvl1pPr marL="0" indent="0">
              <a:buNone/>
              <a:defRPr/>
            </a:lvl1pPr>
          </a:lstStyle>
          <a:p>
            <a:pPr lvl="0"/>
            <a:r>
              <a:rPr lang="en-US" dirty="0"/>
              <a:t>Click to add subtitle</a:t>
            </a:r>
          </a:p>
        </p:txBody>
      </p:sp>
      <p:pic>
        <p:nvPicPr>
          <p:cNvPr id="16" name="Graphic 15">
            <a:extLst>
              <a:ext uri="{FF2B5EF4-FFF2-40B4-BE49-F238E27FC236}">
                <a16:creationId xmlns:a16="http://schemas.microsoft.com/office/drawing/2014/main" id="{C073F905-5A3E-F9EB-B095-7A3A17C1ED33}"/>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2249" t="13424" r="28018" b="11087"/>
          <a:stretch/>
        </p:blipFill>
        <p:spPr>
          <a:xfrm>
            <a:off x="6472427" y="0"/>
            <a:ext cx="5023757" cy="6858000"/>
          </a:xfrm>
          <a:prstGeom prst="rect">
            <a:avLst/>
          </a:prstGeom>
        </p:spPr>
      </p:pic>
    </p:spTree>
    <p:extLst>
      <p:ext uri="{BB962C8B-B14F-4D97-AF65-F5344CB8AC3E}">
        <p14:creationId xmlns:p14="http://schemas.microsoft.com/office/powerpoint/2010/main" val="9663016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Introduction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77B93E-437F-D9D6-D3D1-6DE5F025A4CD}"/>
              </a:ext>
              <a:ext uri="{C183D7F6-B498-43B3-948B-1728B52AA6E4}">
                <adec:decorative xmlns:adec="http://schemas.microsoft.com/office/drawing/2017/decorative" val="1"/>
              </a:ext>
            </a:extLst>
          </p:cNvPr>
          <p:cNvSpPr/>
          <p:nvPr userDrawn="1"/>
        </p:nvSpPr>
        <p:spPr>
          <a:xfrm>
            <a:off x="10744200" y="1"/>
            <a:ext cx="751984" cy="6857999"/>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Graphic 16">
            <a:extLst>
              <a:ext uri="{FF2B5EF4-FFF2-40B4-BE49-F238E27FC236}">
                <a16:creationId xmlns:a16="http://schemas.microsoft.com/office/drawing/2014/main" id="{B74AAE1C-171A-32A3-E6FD-75252CAB8759}"/>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1796" t="12194" r="49125" b="12256"/>
          <a:stretch/>
        </p:blipFill>
        <p:spPr>
          <a:xfrm>
            <a:off x="10732660" y="-5609"/>
            <a:ext cx="763524" cy="6863608"/>
          </a:xfrm>
          <a:prstGeom prst="rect">
            <a:avLst/>
          </a:prstGeom>
        </p:spPr>
      </p:pic>
      <p:sp>
        <p:nvSpPr>
          <p:cNvPr id="13" name="Title 1">
            <a:extLst>
              <a:ext uri="{FF2B5EF4-FFF2-40B4-BE49-F238E27FC236}">
                <a16:creationId xmlns:a16="http://schemas.microsoft.com/office/drawing/2014/main" id="{F581E4B7-6D97-63BF-7E87-5E71F8BD8C58}"/>
              </a:ext>
            </a:extLst>
          </p:cNvPr>
          <p:cNvSpPr>
            <a:spLocks noGrp="1"/>
          </p:cNvSpPr>
          <p:nvPr>
            <p:ph type="title" hasCustomPrompt="1"/>
          </p:nvPr>
        </p:nvSpPr>
        <p:spPr>
          <a:xfrm>
            <a:off x="422178" y="365125"/>
            <a:ext cx="9733538" cy="1325563"/>
          </a:xfrm>
        </p:spPr>
        <p:txBody>
          <a:bodyPr>
            <a:normAutofit/>
          </a:bodyPr>
          <a:lstStyle>
            <a:lvl1pPr>
              <a:defRPr sz="4400"/>
            </a:lvl1pPr>
          </a:lstStyle>
          <a:p>
            <a:r>
              <a:rPr lang="en-US" dirty="0"/>
              <a:t>Click to add title</a:t>
            </a:r>
          </a:p>
        </p:txBody>
      </p:sp>
      <p:sp>
        <p:nvSpPr>
          <p:cNvPr id="9" name="Content Placeholder 2">
            <a:extLst>
              <a:ext uri="{FF2B5EF4-FFF2-40B4-BE49-F238E27FC236}">
                <a16:creationId xmlns:a16="http://schemas.microsoft.com/office/drawing/2014/main" id="{5B630934-DBD2-4535-961F-B198ABA2D05B}"/>
              </a:ext>
            </a:extLst>
          </p:cNvPr>
          <p:cNvSpPr>
            <a:spLocks noGrp="1"/>
          </p:cNvSpPr>
          <p:nvPr>
            <p:ph idx="1" hasCustomPrompt="1"/>
          </p:nvPr>
        </p:nvSpPr>
        <p:spPr>
          <a:xfrm>
            <a:off x="419106" y="2198915"/>
            <a:ext cx="9741183" cy="3345316"/>
          </a:xfrm>
        </p:spPr>
        <p:txBody>
          <a:bodyPr anchor="t" anchorCtr="0">
            <a:normAutofit/>
          </a:bodyPr>
          <a:lstStyle>
            <a:lvl1pPr marL="0" indent="0">
              <a:buNone/>
              <a:defRPr sz="1800" baseline="0"/>
            </a:lvl1pPr>
            <a:lvl2pPr>
              <a:defRPr sz="1800"/>
            </a:lvl2pPr>
            <a:lvl3pPr>
              <a:defRPr sz="1800"/>
            </a:lvl3pPr>
            <a:lvl4pPr>
              <a:defRPr sz="1800"/>
            </a:lvl4pPr>
            <a:lvl5pP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endParaRPr lang="en-US" sz="1800" dirty="0">
              <a:solidFill>
                <a:schemeClr val="tx1"/>
              </a:solidFill>
            </a:endParaRPr>
          </a:p>
        </p:txBody>
      </p:sp>
      <p:cxnSp>
        <p:nvCxnSpPr>
          <p:cNvPr id="14" name="Straight Connector 13">
            <a:extLst>
              <a:ext uri="{FF2B5EF4-FFF2-40B4-BE49-F238E27FC236}">
                <a16:creationId xmlns:a16="http://schemas.microsoft.com/office/drawing/2014/main" id="{0020D2A6-7700-487F-AC7E-A5A2C30DC1BF}"/>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FC30D6A-6415-42E1-89E9-EF806C3FE339}"/>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4" name="Slide Number Placeholder 5">
            <a:extLst>
              <a:ext uri="{FF2B5EF4-FFF2-40B4-BE49-F238E27FC236}">
                <a16:creationId xmlns:a16="http://schemas.microsoft.com/office/drawing/2014/main" id="{E05DBF26-BAB3-D5FD-5EA7-310263D4CA95}"/>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cxnSp>
        <p:nvCxnSpPr>
          <p:cNvPr id="3" name="Straight Connector 2">
            <a:extLst>
              <a:ext uri="{FF2B5EF4-FFF2-40B4-BE49-F238E27FC236}">
                <a16:creationId xmlns:a16="http://schemas.microsoft.com/office/drawing/2014/main" id="{6940584B-2A03-52F7-B667-9CD1A2BD7857}"/>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A3C0872-DC48-53B1-8569-7A913D92D8D1}"/>
              </a:ext>
              <a:ext uri="{C183D7F6-B498-43B3-948B-1728B52AA6E4}">
                <adec:decorative xmlns:adec="http://schemas.microsoft.com/office/drawing/2017/decorative" val="1"/>
              </a:ext>
            </a:extLst>
          </p:cNvPr>
          <p:cNvCxnSpPr>
            <a:cxnSpLocks/>
          </p:cNvCxnSpPr>
          <p:nvPr userDrawn="1"/>
        </p:nvCxnSpPr>
        <p:spPr>
          <a:xfrm flipV="1">
            <a:off x="10744200"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635D700-0F05-E0E7-FB42-2FC890C26C08}"/>
              </a:ext>
              <a:ext uri="{C183D7F6-B498-43B3-948B-1728B52AA6E4}">
                <adec:decorative xmlns:adec="http://schemas.microsoft.com/office/drawing/2017/decorative" val="1"/>
              </a:ext>
            </a:extLst>
          </p:cNvPr>
          <p:cNvCxnSpPr>
            <a:cxnSpLocks/>
          </p:cNvCxnSpPr>
          <p:nvPr userDrawn="1"/>
        </p:nvCxnSpPr>
        <p:spPr>
          <a:xfrm flipV="1">
            <a:off x="10630770"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5C00B3F-62BE-8535-5239-46279DF1B7E6}"/>
              </a:ext>
              <a:ext uri="{C183D7F6-B498-43B3-948B-1728B52AA6E4}">
                <adec:decorative xmlns:adec="http://schemas.microsoft.com/office/drawing/2017/decorative" val="1"/>
              </a:ext>
            </a:extLst>
          </p:cNvPr>
          <p:cNvCxnSpPr>
            <a:cxnSpLocks/>
          </p:cNvCxnSpPr>
          <p:nvPr userDrawn="1"/>
        </p:nvCxnSpPr>
        <p:spPr>
          <a:xfrm>
            <a:off x="0" y="6052457"/>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45414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Section break 3">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7AE2FB-B934-16AA-2537-04016B7F1AAB}"/>
              </a:ext>
            </a:extLst>
          </p:cNvPr>
          <p:cNvSpPr>
            <a:spLocks noGrp="1"/>
          </p:cNvSpPr>
          <p:nvPr>
            <p:ph type="ctrTitle" hasCustomPrompt="1"/>
          </p:nvPr>
        </p:nvSpPr>
        <p:spPr>
          <a:xfrm>
            <a:off x="422897" y="576263"/>
            <a:ext cx="5646541" cy="3304494"/>
          </a:xfrm>
        </p:spPr>
        <p:txBody>
          <a:bodyPr anchor="b" anchorCtr="0">
            <a:normAutofit/>
          </a:bodyPr>
          <a:lstStyle>
            <a:lvl1pPr>
              <a:defRPr sz="4400"/>
            </a:lvl1pPr>
          </a:lstStyle>
          <a:p>
            <a:pPr algn="l">
              <a:lnSpc>
                <a:spcPts val="5800"/>
              </a:lnSpc>
            </a:pPr>
            <a:r>
              <a:rPr lang="en-US" sz="4800" dirty="0"/>
              <a:t>Click to add title </a:t>
            </a:r>
          </a:p>
        </p:txBody>
      </p:sp>
      <p:sp>
        <p:nvSpPr>
          <p:cNvPr id="4" name="Text Placeholder 14">
            <a:extLst>
              <a:ext uri="{FF2B5EF4-FFF2-40B4-BE49-F238E27FC236}">
                <a16:creationId xmlns:a16="http://schemas.microsoft.com/office/drawing/2014/main" id="{B5241927-0828-2C0E-290E-E82A357BC83F}"/>
              </a:ext>
            </a:extLst>
          </p:cNvPr>
          <p:cNvSpPr>
            <a:spLocks noGrp="1"/>
          </p:cNvSpPr>
          <p:nvPr>
            <p:ph type="body" sz="quarter" idx="10" hasCustomPrompt="1"/>
          </p:nvPr>
        </p:nvSpPr>
        <p:spPr>
          <a:xfrm>
            <a:off x="422275" y="4148138"/>
            <a:ext cx="5673726" cy="1528762"/>
          </a:xfrm>
        </p:spPr>
        <p:txBody>
          <a:bodyPr/>
          <a:lstStyle>
            <a:lvl1pPr marL="0" indent="0">
              <a:buNone/>
              <a:defRPr/>
            </a:lvl1pPr>
          </a:lstStyle>
          <a:p>
            <a:pPr lvl="0"/>
            <a:r>
              <a:rPr lang="en-US" dirty="0"/>
              <a:t>Click to add subtitle</a:t>
            </a:r>
          </a:p>
        </p:txBody>
      </p:sp>
      <p:sp>
        <p:nvSpPr>
          <p:cNvPr id="2" name="Picture Placeholder 13">
            <a:extLst>
              <a:ext uri="{FF2B5EF4-FFF2-40B4-BE49-F238E27FC236}">
                <a16:creationId xmlns:a16="http://schemas.microsoft.com/office/drawing/2014/main" id="{6379D45C-F78A-E101-CD9D-C98EA6E6C569}"/>
              </a:ext>
            </a:extLst>
          </p:cNvPr>
          <p:cNvSpPr>
            <a:spLocks noGrp="1"/>
          </p:cNvSpPr>
          <p:nvPr>
            <p:ph type="pic" sz="quarter" idx="13"/>
          </p:nvPr>
        </p:nvSpPr>
        <p:spPr>
          <a:xfrm>
            <a:off x="6483095" y="-1"/>
            <a:ext cx="5013087" cy="6857998"/>
          </a:xfrm>
          <a:solidFill>
            <a:schemeClr val="accent3"/>
          </a:solidFill>
        </p:spPr>
        <p:txBody>
          <a:bodyPr>
            <a:normAutofit/>
          </a:bodyPr>
          <a:lstStyle>
            <a:lvl1pPr marL="0" indent="0" algn="ctr">
              <a:buNone/>
              <a:defRPr sz="1800"/>
            </a:lvl1pPr>
          </a:lstStyle>
          <a:p>
            <a:r>
              <a:rPr lang="en-GB"/>
              <a:t>Click icon to add picture</a:t>
            </a:r>
            <a:endParaRPr lang="en-US" dirty="0"/>
          </a:p>
        </p:txBody>
      </p:sp>
      <p:sp>
        <p:nvSpPr>
          <p:cNvPr id="6" name="Rectangle 5">
            <a:extLst>
              <a:ext uri="{FF2B5EF4-FFF2-40B4-BE49-F238E27FC236}">
                <a16:creationId xmlns:a16="http://schemas.microsoft.com/office/drawing/2014/main" id="{EA4F6DF6-2D97-1E21-15A5-D0E9397E2F2A}"/>
              </a:ext>
              <a:ext uri="{C183D7F6-B498-43B3-948B-1728B52AA6E4}">
                <adec:decorative xmlns:adec="http://schemas.microsoft.com/office/drawing/2017/decorative" val="1"/>
              </a:ext>
            </a:extLst>
          </p:cNvPr>
          <p:cNvSpPr/>
          <p:nvPr userDrawn="1"/>
        </p:nvSpPr>
        <p:spPr>
          <a:xfrm rot="10800000">
            <a:off x="11504656" y="2020824"/>
            <a:ext cx="687343" cy="1896697"/>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3314061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8B6FBD3-8FFB-2E51-CAC4-CFB7B5AFBB37}"/>
              </a:ext>
              <a:ext uri="{C183D7F6-B498-43B3-948B-1728B52AA6E4}">
                <adec:decorative xmlns:adec="http://schemas.microsoft.com/office/drawing/2017/decorative" val="1"/>
              </a:ext>
            </a:extLst>
          </p:cNvPr>
          <p:cNvSpPr/>
          <p:nvPr userDrawn="1"/>
        </p:nvSpPr>
        <p:spPr>
          <a:xfrm rot="10800000">
            <a:off x="11491640" y="0"/>
            <a:ext cx="708823" cy="713232"/>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472F9955-0460-4A20-8FC6-300595560010}"/>
              </a:ext>
            </a:extLst>
          </p:cNvPr>
          <p:cNvSpPr>
            <a:spLocks noGrp="1"/>
          </p:cNvSpPr>
          <p:nvPr>
            <p:ph type="title" hasCustomPrompt="1"/>
          </p:nvPr>
        </p:nvSpPr>
        <p:spPr>
          <a:xfrm>
            <a:off x="422178" y="365125"/>
            <a:ext cx="10660350" cy="1325563"/>
          </a:xfrm>
        </p:spPr>
        <p:txBody>
          <a:bodyPr>
            <a:normAutofit/>
          </a:bodyPr>
          <a:lstStyle>
            <a:lvl1pPr>
              <a:defRPr sz="4400"/>
            </a:lvl1pPr>
          </a:lstStyle>
          <a:p>
            <a:r>
              <a:rPr lang="en-US" dirty="0"/>
              <a:t>Click to add title</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hasCustomPrompt="1"/>
          </p:nvPr>
        </p:nvSpPr>
        <p:spPr>
          <a:xfrm>
            <a:off x="422178" y="2198914"/>
            <a:ext cx="5157787" cy="3455925"/>
          </a:xfrm>
        </p:spPr>
        <p:txBody>
          <a:bodyPr>
            <a:normAutofit/>
          </a:bodyPr>
          <a:lstStyle>
            <a:lvl1pPr marL="0" indent="0">
              <a:spcBef>
                <a:spcPts val="1000"/>
              </a:spcBef>
              <a:buNone/>
              <a:defRPr sz="1800"/>
            </a:lvl1pPr>
            <a:lvl2pPr marL="228600">
              <a:spcBef>
                <a:spcPts val="1000"/>
              </a:spcBef>
              <a:defRPr sz="1800"/>
            </a:lvl2pPr>
            <a:lvl3pPr marL="685800">
              <a:spcBef>
                <a:spcPts val="1000"/>
              </a:spcBef>
              <a:defRPr sz="1800"/>
            </a:lvl3pPr>
            <a:lvl4pPr marL="1143000">
              <a:spcBef>
                <a:spcPts val="1000"/>
              </a:spcBef>
              <a:defRPr sz="1800"/>
            </a:lvl4pPr>
            <a:lvl5pPr marL="1600200">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9">
            <a:extLst>
              <a:ext uri="{FF2B5EF4-FFF2-40B4-BE49-F238E27FC236}">
                <a16:creationId xmlns:a16="http://schemas.microsoft.com/office/drawing/2014/main" id="{7198C3F1-4E77-7888-CDB8-CF9406E4A2E0}"/>
              </a:ext>
            </a:extLst>
          </p:cNvPr>
          <p:cNvSpPr>
            <a:spLocks noGrp="1"/>
          </p:cNvSpPr>
          <p:nvPr>
            <p:ph type="dt" sz="half" idx="10"/>
          </p:nvPr>
        </p:nvSpPr>
        <p:spPr/>
        <p:txBody>
          <a:bodyPr/>
          <a:lstStyle/>
          <a:p>
            <a:r>
              <a:rPr lang="en-US"/>
              <a:t>20XX</a:t>
            </a:r>
            <a:endParaRPr lang="en-US" dirty="0"/>
          </a:p>
        </p:txBody>
      </p:sp>
      <p:sp>
        <p:nvSpPr>
          <p:cNvPr id="11" name="Footer Placeholder 10">
            <a:extLst>
              <a:ext uri="{FF2B5EF4-FFF2-40B4-BE49-F238E27FC236}">
                <a16:creationId xmlns:a16="http://schemas.microsoft.com/office/drawing/2014/main" id="{493561D3-90F6-AD82-BCFE-90F9427D867B}"/>
              </a:ext>
            </a:extLst>
          </p:cNvPr>
          <p:cNvSpPr>
            <a:spLocks noGrp="1"/>
          </p:cNvSpPr>
          <p:nvPr>
            <p:ph type="ftr" sz="quarter" idx="11"/>
          </p:nvPr>
        </p:nvSpPr>
        <p:spPr/>
        <p:txBody>
          <a:bodyPr/>
          <a:lstStyle/>
          <a:p>
            <a:r>
              <a:rPr lang="en-US" dirty="0"/>
              <a:t>Sample Footer Text</a:t>
            </a:r>
          </a:p>
        </p:txBody>
      </p:sp>
      <p:sp>
        <p:nvSpPr>
          <p:cNvPr id="12" name="Slide Number Placeholder 11">
            <a:extLst>
              <a:ext uri="{FF2B5EF4-FFF2-40B4-BE49-F238E27FC236}">
                <a16:creationId xmlns:a16="http://schemas.microsoft.com/office/drawing/2014/main" id="{932F9B33-3FA7-526F-7B45-342EB64A1CDB}"/>
              </a:ext>
            </a:extLst>
          </p:cNvPr>
          <p:cNvSpPr>
            <a:spLocks noGrp="1"/>
          </p:cNvSpPr>
          <p:nvPr>
            <p:ph type="sldNum" sz="quarter" idx="12"/>
          </p:nvPr>
        </p:nvSpPr>
        <p:spPr>
          <a:xfrm>
            <a:off x="11503152" y="0"/>
            <a:ext cx="685800" cy="685800"/>
          </a:xfrm>
        </p:spPr>
        <p:txBody>
          <a:bodyPr/>
          <a:lstStyle/>
          <a:p>
            <a:fld id="{3A4F6043-7A67-491B-98BC-F933DED7226D}" type="slidenum">
              <a:rPr lang="en-US" smtClean="0"/>
              <a:pPr/>
              <a:t>‹#›</a:t>
            </a:fld>
            <a:endParaRPr lang="en-US" dirty="0"/>
          </a:p>
        </p:txBody>
      </p:sp>
      <p:sp>
        <p:nvSpPr>
          <p:cNvPr id="3" name="Content Placeholder 3">
            <a:extLst>
              <a:ext uri="{FF2B5EF4-FFF2-40B4-BE49-F238E27FC236}">
                <a16:creationId xmlns:a16="http://schemas.microsoft.com/office/drawing/2014/main" id="{E620B83B-1673-865A-1958-873C4765EFA0}"/>
              </a:ext>
            </a:extLst>
          </p:cNvPr>
          <p:cNvSpPr>
            <a:spLocks noGrp="1"/>
          </p:cNvSpPr>
          <p:nvPr>
            <p:ph sz="half" idx="13" hasCustomPrompt="1"/>
          </p:nvPr>
        </p:nvSpPr>
        <p:spPr>
          <a:xfrm>
            <a:off x="5924741" y="2198913"/>
            <a:ext cx="5157787" cy="3455925"/>
          </a:xfrm>
        </p:spPr>
        <p:txBody>
          <a:bodyPr>
            <a:normAutofit/>
          </a:bodyPr>
          <a:lstStyle>
            <a:lvl1pPr marL="0" indent="0">
              <a:spcBef>
                <a:spcPts val="1000"/>
              </a:spcBef>
              <a:buNone/>
              <a:defRPr sz="1800"/>
            </a:lvl1pPr>
            <a:lvl2pPr marL="228600">
              <a:spcBef>
                <a:spcPts val="1000"/>
              </a:spcBef>
              <a:defRPr sz="1800"/>
            </a:lvl2pPr>
            <a:lvl3pPr marL="685800">
              <a:spcBef>
                <a:spcPts val="1000"/>
              </a:spcBef>
              <a:defRPr sz="1800"/>
            </a:lvl3pPr>
            <a:lvl4pPr marL="1143000">
              <a:spcBef>
                <a:spcPts val="1000"/>
              </a:spcBef>
              <a:defRPr sz="1800"/>
            </a:lvl4pPr>
            <a:lvl5pPr marL="1600200">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389020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and two Content 2 with sub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F9955-0460-4A20-8FC6-300595560010}"/>
              </a:ext>
            </a:extLst>
          </p:cNvPr>
          <p:cNvSpPr>
            <a:spLocks noGrp="1"/>
          </p:cNvSpPr>
          <p:nvPr>
            <p:ph type="title" hasCustomPrompt="1"/>
          </p:nvPr>
        </p:nvSpPr>
        <p:spPr>
          <a:xfrm>
            <a:off x="420624" y="365125"/>
            <a:ext cx="10654936" cy="1325563"/>
          </a:xfrm>
        </p:spPr>
        <p:txBody>
          <a:bodyPr>
            <a:normAutofit/>
          </a:bodyPr>
          <a:lstStyle>
            <a:lvl1pPr>
              <a:defRPr sz="4400"/>
            </a:lvl1pPr>
          </a:lstStyle>
          <a:p>
            <a:r>
              <a:rPr lang="en-US" sz="4400" dirty="0"/>
              <a:t>Click to add title </a:t>
            </a:r>
            <a:endParaRPr lang="en-US" dirty="0"/>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hasCustomPrompt="1"/>
          </p:nvPr>
        </p:nvSpPr>
        <p:spPr>
          <a:xfrm>
            <a:off x="7105342" y="2198914"/>
            <a:ext cx="3970218" cy="3445987"/>
          </a:xfrm>
        </p:spPr>
        <p:txBody>
          <a:bodyPr>
            <a:normAutofit/>
          </a:bodyPr>
          <a:lstStyle>
            <a:lvl1pPr>
              <a:defRPr sz="1800"/>
            </a:lvl1pPr>
            <a:lvl2pPr>
              <a:defRPr sz="1800"/>
            </a:lvl2pPr>
            <a:lvl3pPr>
              <a:defRPr sz="1400"/>
            </a:lvl3pPr>
            <a:lvl4pPr>
              <a:defRPr sz="1200"/>
            </a:lvl4pPr>
            <a:lvl5pPr>
              <a:defRPr sz="11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5">
            <a:extLst>
              <a:ext uri="{FF2B5EF4-FFF2-40B4-BE49-F238E27FC236}">
                <a16:creationId xmlns:a16="http://schemas.microsoft.com/office/drawing/2014/main" id="{B845EA08-ECD8-E8B5-40BF-E899F315098D}"/>
              </a:ext>
            </a:extLst>
          </p:cNvPr>
          <p:cNvSpPr>
            <a:spLocks noGrp="1"/>
          </p:cNvSpPr>
          <p:nvPr>
            <p:ph type="sldNum" sz="quarter" idx="1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
        <p:nvSpPr>
          <p:cNvPr id="12" name="Rectangle 11">
            <a:extLst>
              <a:ext uri="{FF2B5EF4-FFF2-40B4-BE49-F238E27FC236}">
                <a16:creationId xmlns:a16="http://schemas.microsoft.com/office/drawing/2014/main" id="{100C4E27-95CA-78A5-BD7A-6109D75C8AE0}"/>
              </a:ext>
              <a:ext uri="{C183D7F6-B498-43B3-948B-1728B52AA6E4}">
                <adec:decorative xmlns:adec="http://schemas.microsoft.com/office/drawing/2017/decorative" val="1"/>
              </a:ext>
            </a:extLst>
          </p:cNvPr>
          <p:cNvSpPr/>
          <p:nvPr userDrawn="1"/>
        </p:nvSpPr>
        <p:spPr>
          <a:xfrm rot="10800000">
            <a:off x="11504656" y="2020824"/>
            <a:ext cx="687343" cy="1896697"/>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
        <p:nvSpPr>
          <p:cNvPr id="3" name="Content Placeholder 3">
            <a:extLst>
              <a:ext uri="{FF2B5EF4-FFF2-40B4-BE49-F238E27FC236}">
                <a16:creationId xmlns:a16="http://schemas.microsoft.com/office/drawing/2014/main" id="{8AE4F7BC-B724-2456-4104-1C5E254EEF37}"/>
              </a:ext>
            </a:extLst>
          </p:cNvPr>
          <p:cNvSpPr>
            <a:spLocks noGrp="1"/>
          </p:cNvSpPr>
          <p:nvPr>
            <p:ph sz="half" idx="15" hasCustomPrompt="1"/>
          </p:nvPr>
        </p:nvSpPr>
        <p:spPr>
          <a:xfrm>
            <a:off x="422178" y="2198914"/>
            <a:ext cx="6487908" cy="3455925"/>
          </a:xfrm>
        </p:spPr>
        <p:txBody>
          <a:bodyPr>
            <a:normAutofit/>
          </a:bodyPr>
          <a:lstStyle>
            <a:lvl1pPr marL="0" indent="0">
              <a:spcBef>
                <a:spcPts val="1000"/>
              </a:spcBef>
              <a:buNone/>
              <a:defRPr sz="1800"/>
            </a:lvl1pPr>
            <a:lvl2pPr marL="228600">
              <a:spcBef>
                <a:spcPts val="1000"/>
              </a:spcBef>
              <a:defRPr sz="1800"/>
            </a:lvl2pPr>
            <a:lvl3pPr marL="685800">
              <a:spcBef>
                <a:spcPts val="1000"/>
              </a:spcBef>
              <a:defRPr sz="1800"/>
            </a:lvl3pPr>
            <a:lvl4pPr marL="1143000">
              <a:spcBef>
                <a:spcPts val="1000"/>
              </a:spcBef>
              <a:defRPr sz="1800"/>
            </a:lvl4pPr>
            <a:lvl5pPr marL="1600200">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132285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and Content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4408E76-0AE4-495F-87FB-5DD280A91DCB}"/>
              </a:ext>
              <a:ext uri="{C183D7F6-B498-43B3-948B-1728B52AA6E4}">
                <adec:decorative xmlns:adec="http://schemas.microsoft.com/office/drawing/2017/decorative" val="1"/>
              </a:ext>
            </a:extLst>
          </p:cNvPr>
          <p:cNvSpPr/>
          <p:nvPr userDrawn="1"/>
        </p:nvSpPr>
        <p:spPr>
          <a:xfrm rot="10800000">
            <a:off x="11491640" y="5610"/>
            <a:ext cx="708823" cy="713232"/>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
        <p:nvSpPr>
          <p:cNvPr id="3" name="Title 2">
            <a:extLst>
              <a:ext uri="{FF2B5EF4-FFF2-40B4-BE49-F238E27FC236}">
                <a16:creationId xmlns:a16="http://schemas.microsoft.com/office/drawing/2014/main" id="{99F130D9-40F7-D817-3F42-72C9D585799A}"/>
              </a:ext>
            </a:extLst>
          </p:cNvPr>
          <p:cNvSpPr>
            <a:spLocks noGrp="1"/>
          </p:cNvSpPr>
          <p:nvPr>
            <p:ph type="title" hasCustomPrompt="1"/>
          </p:nvPr>
        </p:nvSpPr>
        <p:spPr>
          <a:xfrm>
            <a:off x="393843" y="667582"/>
            <a:ext cx="5102717" cy="2482018"/>
          </a:xfrm>
        </p:spPr>
        <p:txBody>
          <a:bodyPr anchor="t" anchorCtr="0">
            <a:noAutofit/>
          </a:bodyPr>
          <a:lstStyle>
            <a:lvl1pPr>
              <a:defRPr sz="4400"/>
            </a:lvl1pPr>
          </a:lstStyle>
          <a:p>
            <a:r>
              <a:rPr lang="en-US" sz="4400" dirty="0"/>
              <a:t>Click to add title </a:t>
            </a:r>
            <a:endParaRPr lang="en-US" dirty="0"/>
          </a:p>
        </p:txBody>
      </p:sp>
      <p:sp>
        <p:nvSpPr>
          <p:cNvPr id="8" name="Content Placeholder 7">
            <a:extLst>
              <a:ext uri="{FF2B5EF4-FFF2-40B4-BE49-F238E27FC236}">
                <a16:creationId xmlns:a16="http://schemas.microsoft.com/office/drawing/2014/main" id="{488A7439-0E5E-18D2-A4C7-D377032ED256}"/>
              </a:ext>
            </a:extLst>
          </p:cNvPr>
          <p:cNvSpPr>
            <a:spLocks noGrp="1"/>
          </p:cNvSpPr>
          <p:nvPr>
            <p:ph sz="quarter" idx="15" hasCustomPrompt="1"/>
          </p:nvPr>
        </p:nvSpPr>
        <p:spPr>
          <a:xfrm>
            <a:off x="5668964" y="667582"/>
            <a:ext cx="5827220" cy="2482018"/>
          </a:xfrm>
        </p:spPr>
        <p:txBody>
          <a:bodyPr tIns="91440">
            <a:normAutofit/>
          </a:bodyPr>
          <a:lstStyle>
            <a:lvl1pPr marL="0" indent="0">
              <a:buNone/>
              <a:defRPr sz="1800">
                <a:solidFill>
                  <a:schemeClr val="tx2"/>
                </a:solidFill>
              </a:defRPr>
            </a:lvl1pPr>
            <a:lvl2pPr marL="457200" indent="0">
              <a:buNone/>
              <a:defRPr sz="1800">
                <a:solidFill>
                  <a:schemeClr val="tx2"/>
                </a:solidFill>
              </a:defRPr>
            </a:lvl2pPr>
            <a:lvl3pPr marL="914400" indent="0">
              <a:buNone/>
              <a:defRPr sz="1800">
                <a:solidFill>
                  <a:schemeClr val="tx2"/>
                </a:solidFill>
              </a:defRPr>
            </a:lvl3pPr>
            <a:lvl4pPr marL="1371600" indent="0">
              <a:buNone/>
              <a:defRPr sz="1800">
                <a:solidFill>
                  <a:schemeClr val="tx2"/>
                </a:solidFill>
              </a:defRPr>
            </a:lvl4pPr>
            <a:lvl5pPr marL="1828800" indent="0">
              <a:buNone/>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D3471630-9EC8-4C68-B4D8-D98C242DBE0F}"/>
              </a:ext>
            </a:extLst>
          </p:cNvPr>
          <p:cNvSpPr>
            <a:spLocks noGrp="1"/>
          </p:cNvSpPr>
          <p:nvPr>
            <p:ph type="pic" sz="quarter" idx="13"/>
          </p:nvPr>
        </p:nvSpPr>
        <p:spPr>
          <a:xfrm>
            <a:off x="393843" y="3362959"/>
            <a:ext cx="11102339" cy="2827459"/>
          </a:xfrm>
          <a:solidFill>
            <a:schemeClr val="accent3"/>
          </a:solidFill>
        </p:spPr>
        <p:txBody>
          <a:bodyPr>
            <a:normAutofit/>
          </a:bodyPr>
          <a:lstStyle>
            <a:lvl1pPr marL="0" indent="0" algn="ctr">
              <a:buNone/>
              <a:defRPr sz="1800"/>
            </a:lvl1pPr>
          </a:lstStyle>
          <a:p>
            <a:r>
              <a:rPr lang="en-GB"/>
              <a:t>Click icon to add picture</a:t>
            </a:r>
            <a:endParaRPr lang="en-US" dirty="0"/>
          </a:p>
        </p:txBody>
      </p:sp>
      <p:sp>
        <p:nvSpPr>
          <p:cNvPr id="10" name="Slide Number Placeholder 5">
            <a:extLst>
              <a:ext uri="{FF2B5EF4-FFF2-40B4-BE49-F238E27FC236}">
                <a16:creationId xmlns:a16="http://schemas.microsoft.com/office/drawing/2014/main" id="{3FB3B490-399A-EF1F-9626-CCCE0F5FF317}"/>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315167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Conten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F4BC-D1E9-40F0-A26B-9EA9B6B69755}"/>
              </a:ext>
            </a:extLst>
          </p:cNvPr>
          <p:cNvSpPr>
            <a:spLocks noGrp="1"/>
          </p:cNvSpPr>
          <p:nvPr>
            <p:ph type="title" hasCustomPrompt="1"/>
          </p:nvPr>
        </p:nvSpPr>
        <p:spPr>
          <a:xfrm>
            <a:off x="420623" y="365760"/>
            <a:ext cx="11067089" cy="1325880"/>
          </a:xfrm>
        </p:spPr>
        <p:txBody>
          <a:bodyPr anchor="ctr">
            <a:normAutofit/>
          </a:bodyPr>
          <a:lstStyle>
            <a:lvl1pPr>
              <a:lnSpc>
                <a:spcPts val="2800"/>
              </a:lnSpc>
              <a:spcBef>
                <a:spcPts val="1000"/>
              </a:spcBef>
              <a:defRPr sz="4400" b="0" i="0"/>
            </a:lvl1pPr>
          </a:lstStyle>
          <a:p>
            <a:r>
              <a:rPr lang="en-US" sz="4400" dirty="0"/>
              <a:t>Click to add title </a:t>
            </a:r>
            <a:endParaRPr lang="en-US" dirty="0"/>
          </a:p>
        </p:txBody>
      </p:sp>
      <p:sp>
        <p:nvSpPr>
          <p:cNvPr id="14" name="Rectangle 13">
            <a:extLst>
              <a:ext uri="{FF2B5EF4-FFF2-40B4-BE49-F238E27FC236}">
                <a16:creationId xmlns:a16="http://schemas.microsoft.com/office/drawing/2014/main" id="{CA6BF945-F985-4A89-9868-A82E90E1054D}"/>
              </a:ext>
              <a:ext uri="{C183D7F6-B498-43B3-948B-1728B52AA6E4}">
                <adec:decorative xmlns:adec="http://schemas.microsoft.com/office/drawing/2017/decorative" val="1"/>
              </a:ext>
            </a:extLst>
          </p:cNvPr>
          <p:cNvSpPr/>
          <p:nvPr userDrawn="1"/>
        </p:nvSpPr>
        <p:spPr>
          <a:xfrm rot="10800000">
            <a:off x="11504656" y="2020824"/>
            <a:ext cx="687343" cy="1896697"/>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
        <p:nvSpPr>
          <p:cNvPr id="8" name="Text Placeholder 7">
            <a:extLst>
              <a:ext uri="{FF2B5EF4-FFF2-40B4-BE49-F238E27FC236}">
                <a16:creationId xmlns:a16="http://schemas.microsoft.com/office/drawing/2014/main" id="{8A7B33CF-0773-56F3-9F3B-1619AA66673B}"/>
              </a:ext>
            </a:extLst>
          </p:cNvPr>
          <p:cNvSpPr>
            <a:spLocks noGrp="1"/>
          </p:cNvSpPr>
          <p:nvPr>
            <p:ph type="body" sz="quarter" idx="11" hasCustomPrompt="1"/>
          </p:nvPr>
        </p:nvSpPr>
        <p:spPr>
          <a:xfrm>
            <a:off x="420624" y="2189377"/>
            <a:ext cx="3568990" cy="3517679"/>
          </a:xfrm>
        </p:spPr>
        <p:txBody>
          <a:bodyPr tIns="0" bIns="0">
            <a:normAutofit/>
          </a:bodyPr>
          <a:lstStyle>
            <a:lvl1pPr>
              <a:defRPr sz="1800"/>
            </a:lvl1pPr>
            <a:lvl2pPr>
              <a:defRPr sz="1800"/>
            </a:lvl2pPr>
            <a:lvl3pPr>
              <a:defRPr sz="1800"/>
            </a:lvl3pPr>
            <a:lvl4pPr>
              <a:defRPr sz="1800"/>
            </a:lvl4pPr>
            <a:lvl5pP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able Placeholder 3">
            <a:extLst>
              <a:ext uri="{FF2B5EF4-FFF2-40B4-BE49-F238E27FC236}">
                <a16:creationId xmlns:a16="http://schemas.microsoft.com/office/drawing/2014/main" id="{EB4A43A1-5A81-D0D1-BD71-0485EDDD4CC8}"/>
              </a:ext>
            </a:extLst>
          </p:cNvPr>
          <p:cNvSpPr>
            <a:spLocks noGrp="1"/>
          </p:cNvSpPr>
          <p:nvPr>
            <p:ph type="tbl" sz="quarter" idx="10"/>
          </p:nvPr>
        </p:nvSpPr>
        <p:spPr>
          <a:xfrm>
            <a:off x="4501469" y="2189377"/>
            <a:ext cx="6565769" cy="3517686"/>
          </a:xfrm>
        </p:spPr>
        <p:txBody>
          <a:bodyPr/>
          <a:lstStyle>
            <a:lvl1pPr>
              <a:defRPr/>
            </a:lvl1pPr>
          </a:lstStyle>
          <a:p>
            <a:r>
              <a:rPr lang="en-GB"/>
              <a:t>Click icon to add table</a:t>
            </a:r>
            <a:endParaRPr lang="en-US" dirty="0"/>
          </a:p>
        </p:txBody>
      </p:sp>
      <p:sp>
        <p:nvSpPr>
          <p:cNvPr id="7" name="Slide Number Placeholder 5">
            <a:extLst>
              <a:ext uri="{FF2B5EF4-FFF2-40B4-BE49-F238E27FC236}">
                <a16:creationId xmlns:a16="http://schemas.microsoft.com/office/drawing/2014/main" id="{E6A39699-E09B-80CC-75A3-1A20865ABB68}"/>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8054812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itle and two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F9955-0460-4A20-8FC6-300595560010}"/>
              </a:ext>
            </a:extLst>
          </p:cNvPr>
          <p:cNvSpPr>
            <a:spLocks noGrp="1"/>
          </p:cNvSpPr>
          <p:nvPr>
            <p:ph type="title" hasCustomPrompt="1"/>
          </p:nvPr>
        </p:nvSpPr>
        <p:spPr>
          <a:xfrm>
            <a:off x="420624" y="365125"/>
            <a:ext cx="10654936" cy="1325563"/>
          </a:xfrm>
        </p:spPr>
        <p:txBody>
          <a:bodyPr>
            <a:normAutofit/>
          </a:bodyPr>
          <a:lstStyle>
            <a:lvl1pPr>
              <a:defRPr sz="4400"/>
            </a:lvl1pPr>
          </a:lstStyle>
          <a:p>
            <a:r>
              <a:rPr lang="en-US" sz="4400" dirty="0"/>
              <a:t>Click to add title </a:t>
            </a:r>
            <a:endParaRPr lang="en-US" dirty="0"/>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hasCustomPrompt="1"/>
          </p:nvPr>
        </p:nvSpPr>
        <p:spPr>
          <a:xfrm>
            <a:off x="413657" y="2198914"/>
            <a:ext cx="3970218" cy="3445987"/>
          </a:xfrm>
        </p:spPr>
        <p:txBody>
          <a:bodyPr>
            <a:normAutofit/>
          </a:bodyPr>
          <a:lstStyle>
            <a:lvl1pPr>
              <a:defRPr sz="1800"/>
            </a:lvl1pPr>
            <a:lvl2pPr>
              <a:defRPr sz="1800"/>
            </a:lvl2pPr>
            <a:lvl3pPr>
              <a:defRPr sz="1400"/>
            </a:lvl3pPr>
            <a:lvl4pPr>
              <a:defRPr sz="1200"/>
            </a:lvl4pPr>
            <a:lvl5pPr>
              <a:defRPr sz="11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hasCustomPrompt="1"/>
          </p:nvPr>
        </p:nvSpPr>
        <p:spPr>
          <a:xfrm>
            <a:off x="4921213" y="2198914"/>
            <a:ext cx="6154347" cy="3445987"/>
          </a:xfrm>
        </p:spPr>
        <p:txBody>
          <a:bodyPr>
            <a:normAutofit/>
          </a:bodyPr>
          <a:lstStyle>
            <a:lvl1pPr marL="0" indent="0">
              <a:buNone/>
              <a:defRPr sz="1800"/>
            </a:lvl1pPr>
            <a:lvl2pPr>
              <a:defRPr sz="1800"/>
            </a:lvl2pPr>
            <a:lvl3pPr>
              <a:defRPr sz="1400"/>
            </a:lvl3pPr>
            <a:lvl4pPr>
              <a:defRPr sz="1200"/>
            </a:lvl4pPr>
            <a:lvl5pPr>
              <a:defRPr sz="11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A53A46AB-E26C-4F66-A0B8-4CDBD5F4011C}"/>
              </a:ext>
              <a:ext uri="{C183D7F6-B498-43B3-948B-1728B52AA6E4}">
                <adec:decorative xmlns:adec="http://schemas.microsoft.com/office/drawing/2017/decorative" val="1"/>
              </a:ext>
            </a:extLst>
          </p:cNvPr>
          <p:cNvSpPr/>
          <p:nvPr userDrawn="1"/>
        </p:nvSpPr>
        <p:spPr>
          <a:xfrm rot="10800000">
            <a:off x="11494040" y="4282928"/>
            <a:ext cx="699477" cy="1898809"/>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
        <p:nvSpPr>
          <p:cNvPr id="10" name="Slide Number Placeholder 5">
            <a:extLst>
              <a:ext uri="{FF2B5EF4-FFF2-40B4-BE49-F238E27FC236}">
                <a16:creationId xmlns:a16="http://schemas.microsoft.com/office/drawing/2014/main" id="{B845EA08-ECD8-E8B5-40BF-E899F315098D}"/>
              </a:ext>
            </a:extLst>
          </p:cNvPr>
          <p:cNvSpPr>
            <a:spLocks noGrp="1"/>
          </p:cNvSpPr>
          <p:nvPr>
            <p:ph type="sldNum" sz="quarter" idx="1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8231685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9BDEB7A-D103-487A-8C1B-9145FB24B663}"/>
              </a:ext>
            </a:extLst>
          </p:cNvPr>
          <p:cNvSpPr>
            <a:spLocks noGrp="1"/>
          </p:cNvSpPr>
          <p:nvPr>
            <p:ph type="title" hasCustomPrompt="1"/>
          </p:nvPr>
        </p:nvSpPr>
        <p:spPr>
          <a:xfrm>
            <a:off x="422897" y="539496"/>
            <a:ext cx="5228393" cy="2697190"/>
          </a:xfrm>
        </p:spPr>
        <p:txBody>
          <a:bodyPr anchor="b">
            <a:normAutofit/>
          </a:bodyPr>
          <a:lstStyle>
            <a:lvl1pPr>
              <a:defRPr sz="4400"/>
            </a:lvl1pPr>
          </a:lstStyle>
          <a:p>
            <a:r>
              <a:rPr lang="en-US" sz="4800" dirty="0"/>
              <a:t>Click to add title </a:t>
            </a:r>
          </a:p>
        </p:txBody>
      </p:sp>
      <p:sp>
        <p:nvSpPr>
          <p:cNvPr id="8" name="Content Placeholder 2">
            <a:extLst>
              <a:ext uri="{FF2B5EF4-FFF2-40B4-BE49-F238E27FC236}">
                <a16:creationId xmlns:a16="http://schemas.microsoft.com/office/drawing/2014/main" id="{F3017A3E-25F7-41D5-AABB-24D0E2673A63}"/>
              </a:ext>
            </a:extLst>
          </p:cNvPr>
          <p:cNvSpPr>
            <a:spLocks noGrp="1"/>
          </p:cNvSpPr>
          <p:nvPr>
            <p:ph idx="1" hasCustomPrompt="1"/>
          </p:nvPr>
        </p:nvSpPr>
        <p:spPr>
          <a:xfrm>
            <a:off x="422897" y="3354749"/>
            <a:ext cx="5228392" cy="2582470"/>
          </a:xfrm>
        </p:spPr>
        <p:txBody>
          <a:bodyPr>
            <a:noAutofit/>
          </a:bodyPr>
          <a:lstStyle>
            <a:lvl1pPr marL="0" indent="0">
              <a:buNone/>
              <a:defRPr sz="1800"/>
            </a:lvl1pPr>
            <a:lvl2pPr>
              <a:defRPr sz="1800"/>
            </a:lvl2pPr>
            <a:lvl3pPr>
              <a:defRPr sz="1800"/>
            </a:lvl3pPr>
            <a:lvl4pPr>
              <a:defRPr sz="1800"/>
            </a:lvl4pPr>
            <a:lvl5pP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2" name="Straight Connector 11">
            <a:extLst>
              <a:ext uri="{FF2B5EF4-FFF2-40B4-BE49-F238E27FC236}">
                <a16:creationId xmlns:a16="http://schemas.microsoft.com/office/drawing/2014/main" id="{505C0C26-4C66-47DC-B079-5B94C22F15BD}"/>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07E30B1-7066-9D31-7A11-7B81B65DD8BA}"/>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972E672D-C862-C853-0730-15E3C4953D67}"/>
              </a:ext>
            </a:extLst>
          </p:cNvPr>
          <p:cNvSpPr/>
          <p:nvPr userDrawn="1"/>
        </p:nvSpPr>
        <p:spPr>
          <a:xfrm>
            <a:off x="9884230" y="1"/>
            <a:ext cx="1611954" cy="6857999"/>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a:extLst>
              <a:ext uri="{FF2B5EF4-FFF2-40B4-BE49-F238E27FC236}">
                <a16:creationId xmlns:a16="http://schemas.microsoft.com/office/drawing/2014/main" id="{910336ED-3DCB-4524-8A3F-9FBBD0B18E87}"/>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815F86B-1A6A-ECD5-F63A-4280BADEF7C2}"/>
              </a:ext>
              <a:ext uri="{C183D7F6-B498-43B3-948B-1728B52AA6E4}">
                <adec:decorative xmlns:adec="http://schemas.microsoft.com/office/drawing/2017/decorative" val="1"/>
              </a:ext>
            </a:extLst>
          </p:cNvPr>
          <p:cNvCxnSpPr>
            <a:cxnSpLocks/>
          </p:cNvCxnSpPr>
          <p:nvPr userDrawn="1"/>
        </p:nvCxnSpPr>
        <p:spPr>
          <a:xfrm flipV="1">
            <a:off x="9884230"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B5534F0-444E-1FA5-FC8F-F04505FC0F29}"/>
              </a:ext>
              <a:ext uri="{C183D7F6-B498-43B3-948B-1728B52AA6E4}">
                <adec:decorative xmlns:adec="http://schemas.microsoft.com/office/drawing/2017/decorative" val="1"/>
              </a:ext>
            </a:extLst>
          </p:cNvPr>
          <p:cNvCxnSpPr>
            <a:cxnSpLocks/>
          </p:cNvCxnSpPr>
          <p:nvPr userDrawn="1"/>
        </p:nvCxnSpPr>
        <p:spPr>
          <a:xfrm flipV="1">
            <a:off x="9768622"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119972F-DA18-8749-FF59-A83CA1E1F4A3}"/>
              </a:ext>
              <a:ext uri="{C183D7F6-B498-43B3-948B-1728B52AA6E4}">
                <adec:decorative xmlns:adec="http://schemas.microsoft.com/office/drawing/2017/decorative" val="1"/>
              </a:ext>
            </a:extLst>
          </p:cNvPr>
          <p:cNvCxnSpPr>
            <a:cxnSpLocks/>
          </p:cNvCxnSpPr>
          <p:nvPr userDrawn="1"/>
        </p:nvCxnSpPr>
        <p:spPr>
          <a:xfrm flipV="1">
            <a:off x="9372495"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067D80A1-B7E7-2F80-975E-2E87C591BB67}"/>
              </a:ext>
            </a:extLst>
          </p:cNvPr>
          <p:cNvSpPr/>
          <p:nvPr userDrawn="1"/>
        </p:nvSpPr>
        <p:spPr>
          <a:xfrm>
            <a:off x="7760541" y="1"/>
            <a:ext cx="1611954" cy="6857999"/>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1" name="Straight Connector 30">
            <a:extLst>
              <a:ext uri="{FF2B5EF4-FFF2-40B4-BE49-F238E27FC236}">
                <a16:creationId xmlns:a16="http://schemas.microsoft.com/office/drawing/2014/main" id="{BE88F6AB-6890-F7DE-7C01-CE237F778605}"/>
              </a:ext>
              <a:ext uri="{C183D7F6-B498-43B3-948B-1728B52AA6E4}">
                <adec:decorative xmlns:adec="http://schemas.microsoft.com/office/drawing/2017/decorative" val="1"/>
              </a:ext>
            </a:extLst>
          </p:cNvPr>
          <p:cNvCxnSpPr>
            <a:cxnSpLocks/>
          </p:cNvCxnSpPr>
          <p:nvPr userDrawn="1"/>
        </p:nvCxnSpPr>
        <p:spPr>
          <a:xfrm flipV="1">
            <a:off x="9481352"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F6575E3-45E3-206E-9037-D8FD562B722A}"/>
              </a:ext>
              <a:ext uri="{C183D7F6-B498-43B3-948B-1728B52AA6E4}">
                <adec:decorative xmlns:adec="http://schemas.microsoft.com/office/drawing/2017/decorative" val="1"/>
              </a:ext>
            </a:extLst>
          </p:cNvPr>
          <p:cNvCxnSpPr>
            <a:cxnSpLocks/>
          </p:cNvCxnSpPr>
          <p:nvPr userDrawn="1"/>
        </p:nvCxnSpPr>
        <p:spPr>
          <a:xfrm flipV="1">
            <a:off x="77605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BE4BC31-600E-ECD3-1E7F-FE4F6F720A6A}"/>
              </a:ext>
              <a:ext uri="{C183D7F6-B498-43B3-948B-1728B52AA6E4}">
                <adec:decorative xmlns:adec="http://schemas.microsoft.com/office/drawing/2017/decorative" val="1"/>
              </a:ext>
            </a:extLst>
          </p:cNvPr>
          <p:cNvCxnSpPr>
            <a:cxnSpLocks/>
          </p:cNvCxnSpPr>
          <p:nvPr userDrawn="1"/>
        </p:nvCxnSpPr>
        <p:spPr>
          <a:xfrm flipV="1">
            <a:off x="7644933"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pic>
        <p:nvPicPr>
          <p:cNvPr id="34" name="Graphic 33">
            <a:extLst>
              <a:ext uri="{FF2B5EF4-FFF2-40B4-BE49-F238E27FC236}">
                <a16:creationId xmlns:a16="http://schemas.microsoft.com/office/drawing/2014/main" id="{3F8CA839-B327-1ECD-C35D-02164F5BBDC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1706" t="12194" r="49126" b="12256"/>
          <a:stretch/>
        </p:blipFill>
        <p:spPr>
          <a:xfrm>
            <a:off x="9884229" y="-5609"/>
            <a:ext cx="1611955" cy="6863608"/>
          </a:xfrm>
          <a:prstGeom prst="rect">
            <a:avLst/>
          </a:prstGeom>
        </p:spPr>
      </p:pic>
      <p:pic>
        <p:nvPicPr>
          <p:cNvPr id="35" name="Graphic 34">
            <a:extLst>
              <a:ext uri="{FF2B5EF4-FFF2-40B4-BE49-F238E27FC236}">
                <a16:creationId xmlns:a16="http://schemas.microsoft.com/office/drawing/2014/main" id="{E1A97957-D274-4D24-1862-D53BF72826C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0790" t="12194" r="70042" b="12256"/>
          <a:stretch/>
        </p:blipFill>
        <p:spPr>
          <a:xfrm>
            <a:off x="7753789" y="5610"/>
            <a:ext cx="1611955" cy="6863608"/>
          </a:xfrm>
          <a:prstGeom prst="rect">
            <a:avLst/>
          </a:prstGeom>
        </p:spPr>
      </p:pic>
    </p:spTree>
    <p:extLst>
      <p:ext uri="{BB962C8B-B14F-4D97-AF65-F5344CB8AC3E}">
        <p14:creationId xmlns:p14="http://schemas.microsoft.com/office/powerpoint/2010/main" val="3746701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4B53B4F-080C-8523-03AD-871CC3B8D168}"/>
              </a:ext>
            </a:extLst>
          </p:cNvPr>
          <p:cNvSpPr/>
          <p:nvPr/>
        </p:nvSpPr>
        <p:spPr>
          <a:xfrm>
            <a:off x="1524" y="0"/>
            <a:ext cx="12188952" cy="6858000"/>
          </a:xfrm>
          <a:prstGeom prst="rect">
            <a:avLst/>
          </a:prstGeom>
          <a:solidFill>
            <a:schemeClr val="bg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Rectangle 9">
            <a:extLst>
              <a:ext uri="{FF2B5EF4-FFF2-40B4-BE49-F238E27FC236}">
                <a16:creationId xmlns:a16="http://schemas.microsoft.com/office/drawing/2014/main" id="{D53B790B-70BD-FD52-2540-F1DA4882170E}"/>
              </a:ext>
            </a:extLst>
          </p:cNvPr>
          <p:cNvSpPr/>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descr="Tag=AccentColor&#10;Flavor=Light&#10;Target=Line">
            <a:extLst>
              <a:ext uri="{FF2B5EF4-FFF2-40B4-BE49-F238E27FC236}">
                <a16:creationId xmlns:a16="http://schemas.microsoft.com/office/drawing/2014/main" id="{7D4FC5F0-CBD6-AEEB-4902-28D624068890}"/>
              </a:ext>
            </a:extLst>
          </p:cNvPr>
          <p:cNvCxnSpPr>
            <a:cxnSpLocks/>
          </p:cNvCxnSpPr>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descr="Tag=AccentColor&#10;Flavor=Light&#10;Target=Line">
            <a:extLst>
              <a:ext uri="{FF2B5EF4-FFF2-40B4-BE49-F238E27FC236}">
                <a16:creationId xmlns:a16="http://schemas.microsoft.com/office/drawing/2014/main" id="{FA9EB4DB-DDA5-1A45-7D87-B2BF67D2D1C3}"/>
              </a:ext>
            </a:extLst>
          </p:cNvPr>
          <p:cNvCxnSpPr>
            <a:cxnSpLocks/>
          </p:cNvCxnSpPr>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92AF870-601F-4570-A8A9-1003F8939C55}"/>
              </a:ext>
            </a:extLst>
          </p:cNvPr>
          <p:cNvSpPr>
            <a:spLocks noGrp="1"/>
          </p:cNvSpPr>
          <p:nvPr>
            <p:ph type="title"/>
          </p:nvPr>
        </p:nvSpPr>
        <p:spPr>
          <a:xfrm>
            <a:off x="420624"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EBCCCECD-B6E7-4C40-8A84-65FD5A3F0AE2}"/>
              </a:ext>
            </a:extLst>
          </p:cNvPr>
          <p:cNvSpPr>
            <a:spLocks noGrp="1"/>
          </p:cNvSpPr>
          <p:nvPr>
            <p:ph type="body" idx="1"/>
          </p:nvPr>
        </p:nvSpPr>
        <p:spPr>
          <a:xfrm>
            <a:off x="420624"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a:extLst>
              <a:ext uri="{FF2B5EF4-FFF2-40B4-BE49-F238E27FC236}">
                <a16:creationId xmlns:a16="http://schemas.microsoft.com/office/drawing/2014/main" id="{C43EFA4D-0E39-4E26-B43C-5D1084B3BAE2}"/>
              </a:ext>
            </a:extLst>
          </p:cNvPr>
          <p:cNvSpPr>
            <a:spLocks noGrp="1"/>
          </p:cNvSpPr>
          <p:nvPr>
            <p:ph type="dt" sz="half" idx="2"/>
          </p:nvPr>
        </p:nvSpPr>
        <p:spPr>
          <a:xfrm>
            <a:off x="420624" y="6217920"/>
            <a:ext cx="2743200" cy="640080"/>
          </a:xfrm>
          <a:prstGeom prst="rect">
            <a:avLst/>
          </a:prstGeom>
        </p:spPr>
        <p:txBody>
          <a:bodyPr vert="horz" lIns="91440" tIns="45720" rIns="91440" bIns="45720" rtlCol="0" anchor="ctr"/>
          <a:lstStyle>
            <a:lvl1pPr algn="l">
              <a:defRPr sz="1200">
                <a:solidFill>
                  <a:schemeClr val="tx2"/>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AE8851EA-2F2C-4012-8B96-51179BDD11B7}"/>
              </a:ext>
            </a:extLst>
          </p:cNvPr>
          <p:cNvSpPr>
            <a:spLocks noGrp="1"/>
          </p:cNvSpPr>
          <p:nvPr>
            <p:ph type="ftr" sz="quarter" idx="3"/>
          </p:nvPr>
        </p:nvSpPr>
        <p:spPr>
          <a:xfrm>
            <a:off x="3767328" y="6217920"/>
            <a:ext cx="7196328" cy="640080"/>
          </a:xfrm>
          <a:prstGeom prst="rect">
            <a:avLst/>
          </a:prstGeom>
        </p:spPr>
        <p:txBody>
          <a:bodyPr vert="horz" lIns="91440" tIns="45720" rIns="91440" bIns="45720" rtlCol="0" anchor="ctr"/>
          <a:lstStyle>
            <a:lvl1pPr algn="r">
              <a:defRPr sz="1200">
                <a:solidFill>
                  <a:schemeClr val="tx2"/>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17BB8ACB-7A60-4D76-A149-0C57A30E0161}"/>
              </a:ext>
            </a:extLst>
          </p:cNvPr>
          <p:cNvSpPr>
            <a:spLocks noGrp="1"/>
          </p:cNvSpPr>
          <p:nvPr>
            <p:ph type="sldNum" sz="quarter" idx="4"/>
          </p:nvPr>
        </p:nvSpPr>
        <p:spPr>
          <a:xfrm>
            <a:off x="11503152" y="-18288"/>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646289393"/>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 id="2147483895" r:id="rId12"/>
    <p:sldLayoutId id="2147483896" r:id="rId13"/>
    <p:sldLayoutId id="2147483897" r:id="rId14"/>
    <p:sldLayoutId id="2147483898" r:id="rId15"/>
    <p:sldLayoutId id="2147483899" r:id="rId16"/>
    <p:sldLayoutId id="2147483900" r:id="rId17"/>
    <p:sldLayoutId id="2147483901" r:id="rId18"/>
    <p:sldLayoutId id="2147483902" r:id="rId19"/>
    <p:sldLayoutId id="2147483903" r:id="rId20"/>
    <p:sldLayoutId id="2147483904" r:id="rId21"/>
    <p:sldLayoutId id="2147483905" r:id="rId22"/>
    <p:sldLayoutId id="2147483907" r:id="rId23"/>
  </p:sldLayoutIdLst>
  <p:hf hdr="0" ftr="0" dt="0"/>
  <p:txStyles>
    <p:titleStyle>
      <a:lvl1pPr algn="l" defTabSz="914400" rtl="0" eaLnBrk="1" latinLnBrk="0" hangingPunct="1">
        <a:lnSpc>
          <a:spcPct val="9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2"/>
        </a:buClr>
        <a:buFont typeface="Wingdings 2" panose="05020102010507070707" pitchFamily="18" charset="2"/>
        <a:buChar char=""/>
        <a:defRPr sz="24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2"/>
        </a:buClr>
        <a:buFont typeface="Wingdings 2" panose="05020102010507070707" pitchFamily="18" charset="2"/>
        <a:buChar char=""/>
        <a:defRPr sz="22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2"/>
        </a:buClr>
        <a:buFont typeface="Wingdings 2" panose="05020102010507070707" pitchFamily="18" charset="2"/>
        <a:buChar char=""/>
        <a:defRPr sz="20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8.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0.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1.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1354667" y="1115168"/>
            <a:ext cx="10126134" cy="3406032"/>
          </a:xfrm>
        </p:spPr>
        <p:txBody>
          <a:bodyPr/>
          <a:lstStyle/>
          <a:p>
            <a:r>
              <a:rPr lang="en-US" dirty="0"/>
              <a:t>PROGRAMMING 2B</a:t>
            </a:r>
            <a:br>
              <a:rPr lang="en-US" dirty="0"/>
            </a:br>
            <a:r>
              <a:rPr lang="en-US" dirty="0"/>
              <a:t>POE PART 3</a:t>
            </a:r>
            <a:br>
              <a:rPr lang="en-US" dirty="0"/>
            </a:br>
            <a:r>
              <a:rPr lang="en-US" dirty="0"/>
              <a:t>ST10440515</a:t>
            </a:r>
            <a:br>
              <a:rPr lang="en-US" dirty="0"/>
            </a:br>
            <a:r>
              <a:rPr lang="en-US" dirty="0"/>
              <a:t>NOTHANDO MPOFU</a:t>
            </a:r>
          </a:p>
        </p:txBody>
      </p:sp>
    </p:spTree>
    <p:extLst>
      <p:ext uri="{BB962C8B-B14F-4D97-AF65-F5344CB8AC3E}">
        <p14:creationId xmlns:p14="http://schemas.microsoft.com/office/powerpoint/2010/main" val="3885810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11C9F-F586-AC97-C06C-673B779C432C}"/>
              </a:ext>
            </a:extLst>
          </p:cNvPr>
          <p:cNvSpPr>
            <a:spLocks noGrp="1"/>
          </p:cNvSpPr>
          <p:nvPr>
            <p:ph type="title"/>
          </p:nvPr>
        </p:nvSpPr>
        <p:spPr>
          <a:xfrm>
            <a:off x="1828932" y="1115167"/>
            <a:ext cx="9296268" cy="1018433"/>
          </a:xfrm>
        </p:spPr>
        <p:txBody>
          <a:bodyPr/>
          <a:lstStyle/>
          <a:p>
            <a:r>
              <a:rPr lang="en-US" dirty="0"/>
              <a:t>Problem Statement &amp; Motivation</a:t>
            </a:r>
          </a:p>
        </p:txBody>
      </p:sp>
      <p:sp>
        <p:nvSpPr>
          <p:cNvPr id="3" name="TextBox 2">
            <a:extLst>
              <a:ext uri="{FF2B5EF4-FFF2-40B4-BE49-F238E27FC236}">
                <a16:creationId xmlns:a16="http://schemas.microsoft.com/office/drawing/2014/main" id="{26E80099-E094-DA93-F4FD-CA0E81D61600}"/>
              </a:ext>
            </a:extLst>
          </p:cNvPr>
          <p:cNvSpPr txBox="1"/>
          <p:nvPr/>
        </p:nvSpPr>
        <p:spPr>
          <a:xfrm>
            <a:off x="1066801" y="2726267"/>
            <a:ext cx="10058400" cy="1754326"/>
          </a:xfrm>
          <a:prstGeom prst="rect">
            <a:avLst/>
          </a:prstGeom>
          <a:noFill/>
        </p:spPr>
        <p:txBody>
          <a:bodyPr wrap="square" rtlCol="0">
            <a:spAutoFit/>
          </a:bodyPr>
          <a:lstStyle/>
          <a:p>
            <a:r>
              <a:rPr lang="en-US" dirty="0"/>
              <a:t>In many educational institutions, managing lecturer claims for hours worked is often a manual, paper-based process. This leads to delays, lost documents, and lack of transparency. Coordinators and managers spend significant time tracking approvals, and lecturers have limited visibility of their claim statuses. The Contract Monthly Claim System (CMCS) was developed to solve these issues. It automates the submission, review, and approval of lecturer claims, reduces manual errors, ensures accountability, and allows real-time tracking for all users.</a:t>
            </a:r>
          </a:p>
        </p:txBody>
      </p:sp>
    </p:spTree>
    <p:extLst>
      <p:ext uri="{BB962C8B-B14F-4D97-AF65-F5344CB8AC3E}">
        <p14:creationId xmlns:p14="http://schemas.microsoft.com/office/powerpoint/2010/main" val="416410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9D41B-7855-2CB5-529C-21CB3B4C0600}"/>
              </a:ext>
            </a:extLst>
          </p:cNvPr>
          <p:cNvSpPr>
            <a:spLocks noGrp="1"/>
          </p:cNvSpPr>
          <p:nvPr>
            <p:ph type="title"/>
          </p:nvPr>
        </p:nvSpPr>
        <p:spPr/>
        <p:txBody>
          <a:bodyPr/>
          <a:lstStyle/>
          <a:p>
            <a:r>
              <a:rPr lang="en-US" dirty="0"/>
              <a:t>Features Overview</a:t>
            </a:r>
          </a:p>
        </p:txBody>
      </p:sp>
    </p:spTree>
    <p:extLst>
      <p:ext uri="{BB962C8B-B14F-4D97-AF65-F5344CB8AC3E}">
        <p14:creationId xmlns:p14="http://schemas.microsoft.com/office/powerpoint/2010/main" val="986678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solidDmnd">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689D8-CDAC-4215-96CD-8548432CE4D6}"/>
              </a:ext>
            </a:extLst>
          </p:cNvPr>
          <p:cNvSpPr>
            <a:spLocks noGrp="1"/>
          </p:cNvSpPr>
          <p:nvPr>
            <p:ph type="title"/>
          </p:nvPr>
        </p:nvSpPr>
        <p:spPr/>
        <p:txBody>
          <a:bodyPr/>
          <a:lstStyle/>
          <a:p>
            <a:r>
              <a:rPr lang="en-US" dirty="0"/>
              <a:t>HR VIEW</a:t>
            </a:r>
          </a:p>
        </p:txBody>
      </p:sp>
      <p:pic>
        <p:nvPicPr>
          <p:cNvPr id="6" name="Content Placeholder 5">
            <a:extLst>
              <a:ext uri="{FF2B5EF4-FFF2-40B4-BE49-F238E27FC236}">
                <a16:creationId xmlns:a16="http://schemas.microsoft.com/office/drawing/2014/main" id="{57D64210-B626-4DAD-7D2F-4E460E3BACE3}"/>
              </a:ext>
            </a:extLst>
          </p:cNvPr>
          <p:cNvPicPr>
            <a:picLocks noGrp="1" noChangeAspect="1"/>
          </p:cNvPicPr>
          <p:nvPr>
            <p:ph idx="1"/>
          </p:nvPr>
        </p:nvPicPr>
        <p:blipFill>
          <a:blip r:embed="rId3"/>
          <a:stretch>
            <a:fillRect/>
          </a:stretch>
        </p:blipFill>
        <p:spPr>
          <a:xfrm>
            <a:off x="0" y="2209800"/>
            <a:ext cx="5262275" cy="3609975"/>
          </a:xfrm>
          <a:prstGeom prst="rect">
            <a:avLst/>
          </a:prstGeom>
        </p:spPr>
      </p:pic>
      <p:sp>
        <p:nvSpPr>
          <p:cNvPr id="39" name="Slide Number Placeholder 38">
            <a:extLst>
              <a:ext uri="{FF2B5EF4-FFF2-40B4-BE49-F238E27FC236}">
                <a16:creationId xmlns:a16="http://schemas.microsoft.com/office/drawing/2014/main" id="{86A23B90-D6E2-D980-7780-B6FC54FD8DE3}"/>
              </a:ext>
            </a:extLst>
          </p:cNvPr>
          <p:cNvSpPr>
            <a:spLocks noGrp="1"/>
          </p:cNvSpPr>
          <p:nvPr>
            <p:ph type="sldNum" sz="quarter" idx="4"/>
          </p:nvPr>
        </p:nvSpPr>
        <p:spPr/>
        <p:txBody>
          <a:bodyPr/>
          <a:lstStyle/>
          <a:p>
            <a:fld id="{3A4F6043-7A67-491B-98BC-F933DED7226D}" type="slidenum">
              <a:rPr lang="en-US" smtClean="0"/>
              <a:pPr/>
              <a:t>4</a:t>
            </a:fld>
            <a:endParaRPr lang="en-US" dirty="0"/>
          </a:p>
        </p:txBody>
      </p:sp>
      <p:sp>
        <p:nvSpPr>
          <p:cNvPr id="4" name="Slide Number Placeholder 5">
            <a:extLst>
              <a:ext uri="{FF2B5EF4-FFF2-40B4-BE49-F238E27FC236}">
                <a16:creationId xmlns:a16="http://schemas.microsoft.com/office/drawing/2014/main" id="{6E0FD4B5-4088-0CC7-E6CC-DEA779045EB0}"/>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4</a:t>
            </a:fld>
            <a:endParaRPr lang="en-US" dirty="0"/>
          </a:p>
        </p:txBody>
      </p:sp>
      <p:sp>
        <p:nvSpPr>
          <p:cNvPr id="7" name="TextBox 6">
            <a:extLst>
              <a:ext uri="{FF2B5EF4-FFF2-40B4-BE49-F238E27FC236}">
                <a16:creationId xmlns:a16="http://schemas.microsoft.com/office/drawing/2014/main" id="{68B2B9D9-4590-319A-A16D-C9334EDAB276}"/>
              </a:ext>
            </a:extLst>
          </p:cNvPr>
          <p:cNvSpPr txBox="1"/>
          <p:nvPr/>
        </p:nvSpPr>
        <p:spPr>
          <a:xfrm>
            <a:off x="5262275" y="2099733"/>
            <a:ext cx="6929725" cy="4247317"/>
          </a:xfrm>
          <a:prstGeom prst="rect">
            <a:avLst/>
          </a:prstGeom>
          <a:noFill/>
        </p:spPr>
        <p:txBody>
          <a:bodyPr wrap="square" rtlCol="0">
            <a:spAutoFit/>
          </a:bodyPr>
          <a:lstStyle/>
          <a:p>
            <a:r>
              <a:rPr lang="en-US" dirty="0"/>
              <a:t>This Razor View (</a:t>
            </a:r>
            <a:r>
              <a:rPr lang="en-US" dirty="0" err="1"/>
              <a:t>Create.cshtml</a:t>
            </a:r>
            <a:r>
              <a:rPr lang="en-US" dirty="0"/>
              <a:t>) provides the interface that allows an HR user to create new accounts within the system. It uses the </a:t>
            </a:r>
            <a:r>
              <a:rPr lang="en-US" dirty="0" err="1"/>
              <a:t>CreateUserViewModel</a:t>
            </a:r>
            <a:r>
              <a:rPr lang="en-US" dirty="0"/>
              <a:t> to bind form fields such as Full Name, Email, Password, and Role directly to the model, ensuring that any data entered by the user is automatically mapped when the form is submitted. The form posts its data to the Create action in the </a:t>
            </a:r>
            <a:r>
              <a:rPr lang="en-US" dirty="0" err="1"/>
              <a:t>HRController</a:t>
            </a:r>
            <a:r>
              <a:rPr lang="en-US" dirty="0"/>
              <a:t> using an HTTP POST request, where the input is validated and then saved to the database. The dropdown list for the user’s role is dynamically populated using values passed from the controller via </a:t>
            </a:r>
            <a:r>
              <a:rPr lang="en-US" dirty="0" err="1"/>
              <a:t>ViewBag.Roles</a:t>
            </a:r>
            <a:r>
              <a:rPr lang="en-US" dirty="0"/>
              <a:t>, allowing HR to select whether they are creating a Lecturer, Coordinator, Manager, or another HR user. When the form is submitted, the system creates the user account and, if the selected role is “Lecturer,” it automatically generates a corresponding Lecturer profile. Overall, this view acts as the front-end entry point for managing system users and ensures that new accounts are created in a structured and validated way.</a:t>
            </a:r>
          </a:p>
        </p:txBody>
      </p:sp>
    </p:spTree>
    <p:extLst>
      <p:ext uri="{BB962C8B-B14F-4D97-AF65-F5344CB8AC3E}">
        <p14:creationId xmlns:p14="http://schemas.microsoft.com/office/powerpoint/2010/main" val="1476309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pattFill prst="trellis">
          <a:fgClr>
            <a:schemeClr val="accent1"/>
          </a:fgClr>
          <a:bgClr>
            <a:schemeClr val="bg1"/>
          </a:bgClr>
        </a:patt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B551C3B6-A0D6-43F6-9F68-13666CDA5C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2" y="709375"/>
            <a:ext cx="10713675" cy="541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5" name="Rectangle 44">
            <a:extLst>
              <a:ext uri="{FF2B5EF4-FFF2-40B4-BE49-F238E27FC236}">
                <a16:creationId xmlns:a16="http://schemas.microsoft.com/office/drawing/2014/main" id="{B8B4DAD3-E9CA-4BDB-AEE7-EBFE244338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46" name="Rectangle 45">
            <a:extLst>
              <a:ext uri="{FF2B5EF4-FFF2-40B4-BE49-F238E27FC236}">
                <a16:creationId xmlns:a16="http://schemas.microsoft.com/office/drawing/2014/main" id="{261F7DAE-EF2A-4535-8A5E-99934402C0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47" name="Rectangle 46">
            <a:extLst>
              <a:ext uri="{FF2B5EF4-FFF2-40B4-BE49-F238E27FC236}">
                <a16:creationId xmlns:a16="http://schemas.microsoft.com/office/drawing/2014/main" id="{AE5D3203-D020-4199-820A-316A0C5183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C2BAD7B4-5997-4A95-A2A9-773DF1F4CE53}"/>
              </a:ext>
            </a:extLst>
          </p:cNvPr>
          <p:cNvSpPr>
            <a:spLocks noGrp="1"/>
          </p:cNvSpPr>
          <p:nvPr>
            <p:ph type="ctrTitle"/>
          </p:nvPr>
        </p:nvSpPr>
        <p:spPr>
          <a:xfrm>
            <a:off x="5875360" y="576263"/>
            <a:ext cx="5165679" cy="2967606"/>
          </a:xfrm>
        </p:spPr>
        <p:txBody>
          <a:bodyPr vert="horz" lIns="91440" tIns="45720" rIns="91440" bIns="45720" rtlCol="0" anchor="b">
            <a:normAutofit/>
          </a:bodyPr>
          <a:lstStyle/>
          <a:p>
            <a:r>
              <a:rPr lang="en-US" sz="4800" dirty="0"/>
              <a:t>HR CONTROLLER</a:t>
            </a:r>
          </a:p>
        </p:txBody>
      </p:sp>
      <p:sp>
        <p:nvSpPr>
          <p:cNvPr id="48" name="Rectangle 47">
            <a:extLst>
              <a:ext uri="{FF2B5EF4-FFF2-40B4-BE49-F238E27FC236}">
                <a16:creationId xmlns:a16="http://schemas.microsoft.com/office/drawing/2014/main" id="{31A367AF-5541-4C2B-A93E-AAAB1F323F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394512" y="-2406139"/>
            <a:ext cx="691817" cy="5480839"/>
          </a:xfrm>
          <a:prstGeom prst="rect">
            <a:avLst/>
          </a:prstGeom>
          <a:solidFill>
            <a:srgbClr val="8F6AD3">
              <a:alpha val="25000"/>
            </a:srgb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pic>
        <p:nvPicPr>
          <p:cNvPr id="6" name="Picture 5">
            <a:extLst>
              <a:ext uri="{FF2B5EF4-FFF2-40B4-BE49-F238E27FC236}">
                <a16:creationId xmlns:a16="http://schemas.microsoft.com/office/drawing/2014/main" id="{83CBB3F2-BF13-C84F-501D-CD1AA40EE9B0}"/>
              </a:ext>
            </a:extLst>
          </p:cNvPr>
          <p:cNvPicPr>
            <a:picLocks noChangeAspect="1"/>
          </p:cNvPicPr>
          <p:nvPr/>
        </p:nvPicPr>
        <p:blipFill>
          <a:blip r:embed="rId3"/>
          <a:srcRect t="17727" r="1" b="17728"/>
          <a:stretch>
            <a:fillRect/>
          </a:stretch>
        </p:blipFill>
        <p:spPr>
          <a:xfrm>
            <a:off x="-12" y="685800"/>
            <a:ext cx="5472358" cy="2622616"/>
          </a:xfrm>
          <a:prstGeom prst="rect">
            <a:avLst/>
          </a:prstGeom>
        </p:spPr>
      </p:pic>
      <p:pic>
        <p:nvPicPr>
          <p:cNvPr id="3" name="Picture 2">
            <a:extLst>
              <a:ext uri="{FF2B5EF4-FFF2-40B4-BE49-F238E27FC236}">
                <a16:creationId xmlns:a16="http://schemas.microsoft.com/office/drawing/2014/main" id="{1736E94F-FF41-B34C-27E5-319A991935F9}"/>
              </a:ext>
            </a:extLst>
          </p:cNvPr>
          <p:cNvPicPr>
            <a:picLocks noChangeAspect="1"/>
          </p:cNvPicPr>
          <p:nvPr/>
        </p:nvPicPr>
        <p:blipFill>
          <a:blip r:embed="rId4"/>
          <a:srcRect l="6788" r="47211" b="1"/>
          <a:stretch>
            <a:fillRect/>
          </a:stretch>
        </p:blipFill>
        <p:spPr>
          <a:xfrm>
            <a:off x="-1" y="3430697"/>
            <a:ext cx="2722848" cy="2737589"/>
          </a:xfrm>
          <a:prstGeom prst="rect">
            <a:avLst/>
          </a:prstGeom>
        </p:spPr>
      </p:pic>
      <p:pic>
        <p:nvPicPr>
          <p:cNvPr id="8" name="Picture 7">
            <a:extLst>
              <a:ext uri="{FF2B5EF4-FFF2-40B4-BE49-F238E27FC236}">
                <a16:creationId xmlns:a16="http://schemas.microsoft.com/office/drawing/2014/main" id="{88CF50AF-33A4-873E-B3D6-F2192CC2F555}"/>
              </a:ext>
            </a:extLst>
          </p:cNvPr>
          <p:cNvPicPr>
            <a:picLocks noChangeAspect="1"/>
          </p:cNvPicPr>
          <p:nvPr/>
        </p:nvPicPr>
        <p:blipFill>
          <a:blip r:embed="rId5"/>
          <a:srcRect l="5381" r="16673" b="6"/>
          <a:stretch>
            <a:fillRect/>
          </a:stretch>
        </p:blipFill>
        <p:spPr>
          <a:xfrm>
            <a:off x="2829692" y="3429000"/>
            <a:ext cx="2642679" cy="2737589"/>
          </a:xfrm>
          <a:prstGeom prst="rect">
            <a:avLst/>
          </a:prstGeom>
        </p:spPr>
      </p:pic>
      <p:cxnSp>
        <p:nvCxnSpPr>
          <p:cNvPr id="49" name="Straight Connector 48">
            <a:extLst>
              <a:ext uri="{FF2B5EF4-FFF2-40B4-BE49-F238E27FC236}">
                <a16:creationId xmlns:a16="http://schemas.microsoft.com/office/drawing/2014/main" id="{8B013BEE-C957-4B9F-BF0E-D78C5696E8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8F6AD3"/>
            </a:solidFill>
            <a:prstDash val="dash"/>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C433EDFC-C0AB-4C8A-BDE9-5BE3A0BCD34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8F6AD3"/>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6898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6" name="Subtitle 5">
            <a:extLst>
              <a:ext uri="{FF2B5EF4-FFF2-40B4-BE49-F238E27FC236}">
                <a16:creationId xmlns:a16="http://schemas.microsoft.com/office/drawing/2014/main" id="{4552F1CF-68AA-447B-B5B0-C65BB72A5D6D}"/>
              </a:ext>
            </a:extLst>
          </p:cNvPr>
          <p:cNvSpPr>
            <a:spLocks noGrp="1"/>
          </p:cNvSpPr>
          <p:nvPr>
            <p:ph type="body" sz="quarter" idx="10"/>
          </p:nvPr>
        </p:nvSpPr>
        <p:spPr>
          <a:xfrm>
            <a:off x="422275" y="406400"/>
            <a:ext cx="5673726" cy="6451599"/>
          </a:xfrm>
        </p:spPr>
        <p:txBody>
          <a:bodyPr vert="horz" lIns="91440" tIns="45720" rIns="91440" bIns="45720" rtlCol="0" anchor="t">
            <a:normAutofit fontScale="70000" lnSpcReduction="20000"/>
          </a:bodyPr>
          <a:lstStyle/>
          <a:p>
            <a:r>
              <a:rPr lang="en-US" dirty="0"/>
              <a:t>The </a:t>
            </a:r>
            <a:r>
              <a:rPr lang="en-US" dirty="0" err="1"/>
              <a:t>HRController</a:t>
            </a:r>
            <a:r>
              <a:rPr lang="en-US" dirty="0"/>
              <a:t> is the restricted administrative controller (annotated [Authorize(Roles = "HR")]) that </a:t>
            </a:r>
            <a:r>
              <a:rPr lang="en-US" dirty="0" err="1"/>
              <a:t>centralises</a:t>
            </a:r>
            <a:r>
              <a:rPr lang="en-US" dirty="0"/>
              <a:t> HR responsibilities: listing users (Index), creating new users (Create GET/POST), editing existing users (Edit GET/POST) and producing summary reports (Reports — and the downloadable PDF action). In practice the Create POST validates the incoming </a:t>
            </a:r>
            <a:r>
              <a:rPr lang="en-US" dirty="0" err="1"/>
              <a:t>CreateUserViewModel</a:t>
            </a:r>
            <a:r>
              <a:rPr lang="en-US" dirty="0"/>
              <a:t>, prevents duplicate emails, constructs a User entity (in your current code storing the password in plain text) and saves it; if the new user is a Lecturer the controller also auto-creates a corresponding Lecturer row (splitting the full name into first/last) so the lecturer/claim relationship is established. The reporting functionality uses EF Core/LINQ to compose aggregates: the Reports action loads Lecturers with their Claims (Include(l =&gt; </a:t>
            </a:r>
            <a:r>
              <a:rPr lang="en-US" dirty="0" err="1"/>
              <a:t>l.Claims</a:t>
            </a:r>
            <a:r>
              <a:rPr lang="en-US" dirty="0"/>
              <a:t>)), then projects each lecturer into a </a:t>
            </a:r>
            <a:r>
              <a:rPr lang="en-US" dirty="0" err="1"/>
              <a:t>ClaimReportViewModel</a:t>
            </a:r>
            <a:r>
              <a:rPr lang="en-US" dirty="0"/>
              <a:t> that contains </a:t>
            </a:r>
            <a:r>
              <a:rPr lang="en-US" dirty="0" err="1"/>
              <a:t>LecturerName</a:t>
            </a:r>
            <a:r>
              <a:rPr lang="en-US" dirty="0"/>
              <a:t>, </a:t>
            </a:r>
            <a:r>
              <a:rPr lang="en-US" dirty="0" err="1"/>
              <a:t>TotalClaims</a:t>
            </a:r>
            <a:r>
              <a:rPr lang="en-US" dirty="0"/>
              <a:t>, </a:t>
            </a:r>
            <a:r>
              <a:rPr lang="en-US" dirty="0" err="1"/>
              <a:t>TotalHours</a:t>
            </a:r>
            <a:r>
              <a:rPr lang="en-US" dirty="0"/>
              <a:t> and </a:t>
            </a:r>
            <a:r>
              <a:rPr lang="en-US" dirty="0" err="1"/>
              <a:t>TotalAmount</a:t>
            </a:r>
            <a:r>
              <a:rPr lang="en-US" dirty="0"/>
              <a:t> (computed with Count() and Sum()), which is returned to a view for on-screen inspection. For PDF output the controller follows the same pattern but then maps the aggregated list into an in-memory PDF document: it builds a tabular layout (column definitions, header row, then one data row per lecturer), renders the document to a byte array using a PDF library (e.g. </a:t>
            </a:r>
            <a:r>
              <a:rPr lang="en-US" dirty="0" err="1"/>
              <a:t>QuestPDF</a:t>
            </a:r>
            <a:r>
              <a:rPr lang="en-US" dirty="0"/>
              <a:t>), and returns File(</a:t>
            </a:r>
            <a:r>
              <a:rPr lang="en-US" dirty="0" err="1"/>
              <a:t>pdfBytes</a:t>
            </a:r>
            <a:r>
              <a:rPr lang="en-US" dirty="0"/>
              <a:t>, "application/pdf", </a:t>
            </a:r>
          </a:p>
        </p:txBody>
      </p:sp>
      <p:sp>
        <p:nvSpPr>
          <p:cNvPr id="2" name="TextBox 1">
            <a:extLst>
              <a:ext uri="{FF2B5EF4-FFF2-40B4-BE49-F238E27FC236}">
                <a16:creationId xmlns:a16="http://schemas.microsoft.com/office/drawing/2014/main" id="{AD3DCCCE-FB7A-E428-1B7B-93C1624FECDC}"/>
              </a:ext>
            </a:extLst>
          </p:cNvPr>
          <p:cNvSpPr txBox="1"/>
          <p:nvPr/>
        </p:nvSpPr>
        <p:spPr>
          <a:xfrm>
            <a:off x="6570132" y="406401"/>
            <a:ext cx="5621867" cy="5909310"/>
          </a:xfrm>
          <a:prstGeom prst="rect">
            <a:avLst/>
          </a:prstGeom>
          <a:noFill/>
        </p:spPr>
        <p:txBody>
          <a:bodyPr wrap="square" rtlCol="0">
            <a:spAutoFit/>
          </a:bodyPr>
          <a:lstStyle/>
          <a:p>
            <a:r>
              <a:rPr lang="en-US" dirty="0"/>
              <a:t>"ClaimsReport.pdf") so the browser downloads the file. Important implementation details to call out: (1) use of Include ensures related claims are loaded for correct aggregations; (2) the LINQ projection is executed server-side and efficient when written as a single query (avoid pulling all rows into memory before aggregation); (3) when generating PDFs you must set the library license (</a:t>
            </a:r>
            <a:r>
              <a:rPr lang="en-US" dirty="0" err="1"/>
              <a:t>QuestPDF</a:t>
            </a:r>
            <a:r>
              <a:rPr lang="en-US" dirty="0"/>
              <a:t> requires </a:t>
            </a:r>
            <a:r>
              <a:rPr lang="en-US" dirty="0" err="1"/>
              <a:t>QuestPDF.Settings.License</a:t>
            </a:r>
            <a:r>
              <a:rPr lang="en-US" dirty="0"/>
              <a:t> = </a:t>
            </a:r>
            <a:r>
              <a:rPr lang="en-US" dirty="0" err="1"/>
              <a:t>LicenseType.Community</a:t>
            </a:r>
            <a:r>
              <a:rPr lang="en-US" dirty="0"/>
              <a:t> at startup) and catch/handle </a:t>
            </a:r>
            <a:r>
              <a:rPr lang="en-US" sz="1500" dirty="0"/>
              <a:t>generation</a:t>
            </a:r>
            <a:r>
              <a:rPr lang="en-US" dirty="0"/>
              <a:t> exceptions; (4) format totals (currency, decimal places) and consider culture/</a:t>
            </a:r>
            <a:r>
              <a:rPr lang="en-US" dirty="0" err="1"/>
              <a:t>localisation</a:t>
            </a:r>
            <a:r>
              <a:rPr lang="en-US" dirty="0"/>
              <a:t>; (5) secure the endpoints with role checks and anti-forgery on state-changing actions; and (6) for robustness consider adding filtering parameters (date range, only approved claims), paging for very large data sets, transactional safety for multi-step user creation, validation error feedback, logging of generated reports and optionally persisting the generated PDF to a storage location for auditing. These practices make the HR reporting pipeline accurate, performant and auditable while keeping the controller code straightforward and testable.</a:t>
            </a:r>
          </a:p>
          <a:p>
            <a:endParaRPr lang="en-US" dirty="0"/>
          </a:p>
        </p:txBody>
      </p:sp>
    </p:spTree>
    <p:extLst>
      <p:ext uri="{BB962C8B-B14F-4D97-AF65-F5344CB8AC3E}">
        <p14:creationId xmlns:p14="http://schemas.microsoft.com/office/powerpoint/2010/main" val="4045600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pattFill prst="plaid">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91794-986C-4679-93EA-5F3C3EE6C82F}"/>
              </a:ext>
            </a:extLst>
          </p:cNvPr>
          <p:cNvSpPr>
            <a:spLocks noGrp="1"/>
          </p:cNvSpPr>
          <p:nvPr>
            <p:ph type="title"/>
          </p:nvPr>
        </p:nvSpPr>
        <p:spPr>
          <a:xfrm>
            <a:off x="2269066" y="365125"/>
            <a:ext cx="9919885" cy="1325563"/>
          </a:xfrm>
        </p:spPr>
        <p:txBody>
          <a:bodyPr/>
          <a:lstStyle/>
          <a:p>
            <a:r>
              <a:rPr lang="en-US" dirty="0"/>
              <a:t>LECTURER VIEW-CLAIM FORM</a:t>
            </a:r>
          </a:p>
        </p:txBody>
      </p:sp>
      <p:pic>
        <p:nvPicPr>
          <p:cNvPr id="6" name="Content Placeholder 5">
            <a:extLst>
              <a:ext uri="{FF2B5EF4-FFF2-40B4-BE49-F238E27FC236}">
                <a16:creationId xmlns:a16="http://schemas.microsoft.com/office/drawing/2014/main" id="{BD18A3B1-8226-68F2-5558-7A603EA0B96B}"/>
              </a:ext>
            </a:extLst>
          </p:cNvPr>
          <p:cNvPicPr>
            <a:picLocks noGrp="1" noChangeAspect="1"/>
          </p:cNvPicPr>
          <p:nvPr>
            <p:ph idx="1"/>
          </p:nvPr>
        </p:nvPicPr>
        <p:blipFill>
          <a:blip r:embed="rId3"/>
          <a:stretch>
            <a:fillRect/>
          </a:stretch>
        </p:blipFill>
        <p:spPr>
          <a:xfrm>
            <a:off x="2522784" y="1690688"/>
            <a:ext cx="7632932" cy="4110783"/>
          </a:xfrm>
          <a:prstGeom prst="rect">
            <a:avLst/>
          </a:prstGeom>
        </p:spPr>
      </p:pic>
      <p:sp>
        <p:nvSpPr>
          <p:cNvPr id="35" name="Slide Number Placeholder 34">
            <a:extLst>
              <a:ext uri="{FF2B5EF4-FFF2-40B4-BE49-F238E27FC236}">
                <a16:creationId xmlns:a16="http://schemas.microsoft.com/office/drawing/2014/main" id="{253F77DE-9A00-003D-3E35-AA011DA6A27F}"/>
              </a:ext>
            </a:extLst>
          </p:cNvPr>
          <p:cNvSpPr>
            <a:spLocks noGrp="1"/>
          </p:cNvSpPr>
          <p:nvPr>
            <p:ph type="sldNum" sz="quarter" idx="4"/>
          </p:nvPr>
        </p:nvSpPr>
        <p:spPr/>
        <p:txBody>
          <a:bodyPr/>
          <a:lstStyle/>
          <a:p>
            <a:fld id="{3A4F6043-7A67-491B-98BC-F933DED7226D}" type="slidenum">
              <a:rPr lang="en-US" smtClean="0"/>
              <a:pPr/>
              <a:t>7</a:t>
            </a:fld>
            <a:endParaRPr lang="en-US" dirty="0"/>
          </a:p>
        </p:txBody>
      </p:sp>
      <p:sp>
        <p:nvSpPr>
          <p:cNvPr id="4" name="Slide Number Placeholder 5">
            <a:extLst>
              <a:ext uri="{FF2B5EF4-FFF2-40B4-BE49-F238E27FC236}">
                <a16:creationId xmlns:a16="http://schemas.microsoft.com/office/drawing/2014/main" id="{2AD73156-2390-BB42-48B5-818ECA165475}"/>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7</a:t>
            </a:fld>
            <a:endParaRPr lang="en-US" dirty="0"/>
          </a:p>
        </p:txBody>
      </p:sp>
    </p:spTree>
    <p:extLst>
      <p:ext uri="{BB962C8B-B14F-4D97-AF65-F5344CB8AC3E}">
        <p14:creationId xmlns:p14="http://schemas.microsoft.com/office/powerpoint/2010/main" val="11956282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DA6A002-1BEB-AE76-169E-13071F90919E}"/>
              </a:ext>
            </a:extLst>
          </p:cNvPr>
          <p:cNvSpPr>
            <a:spLocks noGrp="1"/>
          </p:cNvSpPr>
          <p:nvPr>
            <p:ph type="body" sz="quarter" idx="10"/>
          </p:nvPr>
        </p:nvSpPr>
        <p:spPr>
          <a:xfrm>
            <a:off x="1473199" y="821267"/>
            <a:ext cx="4622801" cy="4855633"/>
          </a:xfrm>
        </p:spPr>
        <p:txBody>
          <a:bodyPr>
            <a:normAutofit fontScale="62500" lnSpcReduction="20000"/>
          </a:bodyPr>
          <a:lstStyle/>
          <a:p>
            <a:r>
              <a:rPr lang="en-US" dirty="0"/>
              <a:t>The </a:t>
            </a:r>
            <a:r>
              <a:rPr lang="en-US" b="1" dirty="0" err="1"/>
              <a:t>ClaimForm</a:t>
            </a:r>
            <a:r>
              <a:rPr lang="en-US" dirty="0"/>
              <a:t> functionality manages the entire process of submitting a work-hour claim for a lecturer. When the form is opened (GET request), the controller checks whether the lecturer is properly logged in, retrieves their profile from the database, and sends that information to the view so the form can be filled out correctly. When the lecturer submits the form (POST request), the controller again verifies the logged-in lecturer and prepares to save the claim. If a supporting document is uploaded, the system validates that the file type is allowed (PDF, DOCX, or XLSX) and that the file size is under 5 MB. The file is then saved securely into the </a:t>
            </a:r>
            <a:r>
              <a:rPr lang="en-US" dirty="0" err="1"/>
              <a:t>wwwroot</a:t>
            </a:r>
            <a:r>
              <a:rPr lang="en-US" dirty="0"/>
              <a:t>/uploads directory with a unique filename. After handling the file, the system creates a new </a:t>
            </a:r>
            <a:r>
              <a:rPr lang="en-US" b="1" dirty="0"/>
              <a:t>Claim</a:t>
            </a:r>
            <a:r>
              <a:rPr lang="en-US" dirty="0"/>
              <a:t> object containing the hours worked, notes, calculated amount (based on the lecturer’s hourly rate), and the uploaded document path. It automatically sets all review fields, </a:t>
            </a:r>
            <a:r>
              <a:rPr lang="en-US" b="1" dirty="0" err="1"/>
              <a:t>CoordinatorReview</a:t>
            </a:r>
            <a:r>
              <a:rPr lang="en-US" dirty="0"/>
              <a:t>, </a:t>
            </a:r>
            <a:r>
              <a:rPr lang="en-US" b="1" dirty="0" err="1"/>
              <a:t>ManagerReview</a:t>
            </a:r>
            <a:r>
              <a:rPr lang="en-US" dirty="0"/>
              <a:t>, and overall </a:t>
            </a:r>
            <a:r>
              <a:rPr lang="en-US" b="1" dirty="0"/>
              <a:t>Status, </a:t>
            </a:r>
            <a:r>
              <a:rPr lang="en-US" dirty="0"/>
              <a:t>to </a:t>
            </a:r>
            <a:r>
              <a:rPr lang="en-US" i="1" dirty="0"/>
              <a:t>Pending</a:t>
            </a:r>
            <a:r>
              <a:rPr lang="en-US" dirty="0"/>
              <a:t>, starting the approval workflow. The claim is then stored in the database using EF Core, and the lecturer is redirected back to the dashboard with a success message. This ensures a smooth, safe, and fully logged claim submission process.</a:t>
            </a:r>
          </a:p>
        </p:txBody>
      </p:sp>
      <p:pic>
        <p:nvPicPr>
          <p:cNvPr id="12" name="Picture 11">
            <a:extLst>
              <a:ext uri="{FF2B5EF4-FFF2-40B4-BE49-F238E27FC236}">
                <a16:creationId xmlns:a16="http://schemas.microsoft.com/office/drawing/2014/main" id="{50390B78-0763-24B5-7171-19AF020A21E0}"/>
              </a:ext>
            </a:extLst>
          </p:cNvPr>
          <p:cNvPicPr>
            <a:picLocks noChangeAspect="1"/>
          </p:cNvPicPr>
          <p:nvPr/>
        </p:nvPicPr>
        <p:blipFill>
          <a:blip r:embed="rId4"/>
          <a:stretch>
            <a:fillRect/>
          </a:stretch>
        </p:blipFill>
        <p:spPr>
          <a:xfrm>
            <a:off x="6316131" y="821267"/>
            <a:ext cx="5232401" cy="5215466"/>
          </a:xfrm>
          <a:prstGeom prst="rect">
            <a:avLst/>
          </a:prstGeom>
        </p:spPr>
      </p:pic>
    </p:spTree>
    <p:extLst>
      <p:ext uri="{BB962C8B-B14F-4D97-AF65-F5344CB8AC3E}">
        <p14:creationId xmlns:p14="http://schemas.microsoft.com/office/powerpoint/2010/main" val="38749609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pattFill prst="lgCheck">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15832-3B88-48CF-8043-95E6A4907870}"/>
              </a:ext>
            </a:extLst>
          </p:cNvPr>
          <p:cNvSpPr>
            <a:spLocks noGrp="1"/>
          </p:cNvSpPr>
          <p:nvPr>
            <p:ph type="title"/>
          </p:nvPr>
        </p:nvSpPr>
        <p:spPr>
          <a:xfrm>
            <a:off x="1930400" y="365125"/>
            <a:ext cx="9152128" cy="1954742"/>
          </a:xfrm>
        </p:spPr>
        <p:txBody>
          <a:bodyPr>
            <a:normAutofit/>
          </a:bodyPr>
          <a:lstStyle/>
          <a:p>
            <a:r>
              <a:rPr lang="en-US" dirty="0"/>
              <a:t>PROGRAMME COORDINATOR AND ACADEMIC MANAGER</a:t>
            </a:r>
          </a:p>
        </p:txBody>
      </p:sp>
      <p:sp>
        <p:nvSpPr>
          <p:cNvPr id="33" name="Slide Number Placeholder 32">
            <a:extLst>
              <a:ext uri="{FF2B5EF4-FFF2-40B4-BE49-F238E27FC236}">
                <a16:creationId xmlns:a16="http://schemas.microsoft.com/office/drawing/2014/main" id="{EC64CEEC-83BF-60C7-B00E-F2DE1BC02BC2}"/>
              </a:ext>
            </a:extLst>
          </p:cNvPr>
          <p:cNvSpPr>
            <a:spLocks noGrp="1"/>
          </p:cNvSpPr>
          <p:nvPr>
            <p:ph type="sldNum" sz="quarter" idx="12"/>
          </p:nvPr>
        </p:nvSpPr>
        <p:spPr/>
        <p:txBody>
          <a:bodyPr/>
          <a:lstStyle/>
          <a:p>
            <a:fld id="{3A4F6043-7A67-491B-98BC-F933DED7226D}" type="slidenum">
              <a:rPr lang="en-US" smtClean="0"/>
              <a:pPr/>
              <a:t>9</a:t>
            </a:fld>
            <a:endParaRPr lang="en-US" dirty="0"/>
          </a:p>
        </p:txBody>
      </p:sp>
      <p:pic>
        <p:nvPicPr>
          <p:cNvPr id="8" name="Picture 7">
            <a:extLst>
              <a:ext uri="{FF2B5EF4-FFF2-40B4-BE49-F238E27FC236}">
                <a16:creationId xmlns:a16="http://schemas.microsoft.com/office/drawing/2014/main" id="{C42B235A-FD83-E79A-4A1D-4C65FB5E7DDB}"/>
              </a:ext>
            </a:extLst>
          </p:cNvPr>
          <p:cNvPicPr>
            <a:picLocks noChangeAspect="1"/>
          </p:cNvPicPr>
          <p:nvPr/>
        </p:nvPicPr>
        <p:blipFill>
          <a:blip r:embed="rId3"/>
          <a:stretch>
            <a:fillRect/>
          </a:stretch>
        </p:blipFill>
        <p:spPr>
          <a:xfrm>
            <a:off x="437090" y="2159731"/>
            <a:ext cx="5658910" cy="3507530"/>
          </a:xfrm>
          <a:prstGeom prst="rect">
            <a:avLst/>
          </a:prstGeom>
        </p:spPr>
      </p:pic>
      <p:pic>
        <p:nvPicPr>
          <p:cNvPr id="10" name="Picture 9">
            <a:extLst>
              <a:ext uri="{FF2B5EF4-FFF2-40B4-BE49-F238E27FC236}">
                <a16:creationId xmlns:a16="http://schemas.microsoft.com/office/drawing/2014/main" id="{BCDFDA4D-06D5-3306-4C68-3A8EFF5CF9B9}"/>
              </a:ext>
            </a:extLst>
          </p:cNvPr>
          <p:cNvPicPr>
            <a:picLocks noChangeAspect="1"/>
          </p:cNvPicPr>
          <p:nvPr/>
        </p:nvPicPr>
        <p:blipFill>
          <a:blip r:embed="rId4"/>
          <a:stretch>
            <a:fillRect/>
          </a:stretch>
        </p:blipFill>
        <p:spPr>
          <a:xfrm>
            <a:off x="6164856" y="2159731"/>
            <a:ext cx="5338296" cy="3619444"/>
          </a:xfrm>
          <a:prstGeom prst="rect">
            <a:avLst/>
          </a:prstGeom>
        </p:spPr>
      </p:pic>
    </p:spTree>
    <p:extLst>
      <p:ext uri="{BB962C8B-B14F-4D97-AF65-F5344CB8AC3E}">
        <p14:creationId xmlns:p14="http://schemas.microsoft.com/office/powerpoint/2010/main" val="2897687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pattFill prst="plaid">
          <a:fgClr>
            <a:schemeClr val="accent1"/>
          </a:fgClr>
          <a:bgClr>
            <a:schemeClr val="bg1"/>
          </a:bgClr>
        </a:pattFill>
        <a:effectLst/>
      </p:bgPr>
    </p:bg>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335A923-029A-6A16-47FE-49ED6E141D18}"/>
              </a:ext>
            </a:extLst>
          </p:cNvPr>
          <p:cNvSpPr>
            <a:spLocks noGrp="1"/>
          </p:cNvSpPr>
          <p:nvPr>
            <p:ph sz="quarter" idx="4"/>
          </p:nvPr>
        </p:nvSpPr>
        <p:spPr>
          <a:xfrm>
            <a:off x="6536267" y="802861"/>
            <a:ext cx="4966885" cy="5276206"/>
          </a:xfrm>
        </p:spPr>
        <p:txBody>
          <a:bodyPr>
            <a:normAutofit/>
          </a:bodyPr>
          <a:lstStyle/>
          <a:p>
            <a:pPr marL="0" indent="0">
              <a:buNone/>
            </a:pPr>
            <a:r>
              <a:rPr lang="en-US" dirty="0"/>
              <a:t>Each claim also includes action buttons that trigger POST requests back to the controller (e.g., </a:t>
            </a:r>
            <a:r>
              <a:rPr lang="en-US" i="1" dirty="0"/>
              <a:t>Accept</a:t>
            </a:r>
            <a:r>
              <a:rPr lang="en-US" dirty="0"/>
              <a:t>, </a:t>
            </a:r>
            <a:r>
              <a:rPr lang="en-US" i="1" dirty="0"/>
              <a:t>Reject</a:t>
            </a:r>
            <a:r>
              <a:rPr lang="en-US" dirty="0"/>
              <a:t>, </a:t>
            </a:r>
            <a:r>
              <a:rPr lang="en-US" i="1" dirty="0"/>
              <a:t>Send for Verification</a:t>
            </a:r>
            <a:r>
              <a:rPr lang="en-US" dirty="0"/>
              <a:t>), allowing coordinators and managers to update claim status directly from the interface. Behind the scenes, the UI uses forms, hidden inputs, route values, and MVC tag helpers (asp-action, asp-route-id) to connect the view to its corresponding controller logic. The Coordinator page shows both the lecturer’s details and the claim information and updates the </a:t>
            </a:r>
            <a:r>
              <a:rPr lang="en-US" b="1" dirty="0" err="1"/>
              <a:t>CoordinatorReview</a:t>
            </a:r>
            <a:r>
              <a:rPr lang="en-US" dirty="0"/>
              <a:t> field, while the Manager CSHTML does the same but updates the </a:t>
            </a:r>
            <a:r>
              <a:rPr lang="en-US" b="1" dirty="0" err="1"/>
              <a:t>ManagerReview</a:t>
            </a:r>
            <a:r>
              <a:rPr lang="en-US" dirty="0"/>
              <a:t> field and finalizes the claim’s overall status. As a result, both pages function as interactive approval dashboards that combine Razor rendering, MVC routing, and database-driven data to manage the workflow efficiently.</a:t>
            </a:r>
          </a:p>
        </p:txBody>
      </p:sp>
      <p:sp>
        <p:nvSpPr>
          <p:cNvPr id="33" name="Slide Number Placeholder 32">
            <a:extLst>
              <a:ext uri="{FF2B5EF4-FFF2-40B4-BE49-F238E27FC236}">
                <a16:creationId xmlns:a16="http://schemas.microsoft.com/office/drawing/2014/main" id="{9E4A32E4-179C-6FC0-8A0F-65F163803ABA}"/>
              </a:ext>
            </a:extLst>
          </p:cNvPr>
          <p:cNvSpPr>
            <a:spLocks noGrp="1"/>
          </p:cNvSpPr>
          <p:nvPr>
            <p:ph type="sldNum" sz="quarter" idx="14"/>
          </p:nvPr>
        </p:nvSpPr>
        <p:spPr/>
        <p:txBody>
          <a:bodyPr/>
          <a:lstStyle/>
          <a:p>
            <a:fld id="{3A4F6043-7A67-491B-98BC-F933DED7226D}" type="slidenum">
              <a:rPr lang="en-US" smtClean="0"/>
              <a:pPr/>
              <a:t>10</a:t>
            </a:fld>
            <a:endParaRPr lang="en-US" dirty="0"/>
          </a:p>
        </p:txBody>
      </p:sp>
      <p:sp>
        <p:nvSpPr>
          <p:cNvPr id="4" name="Content Placeholder 3">
            <a:extLst>
              <a:ext uri="{FF2B5EF4-FFF2-40B4-BE49-F238E27FC236}">
                <a16:creationId xmlns:a16="http://schemas.microsoft.com/office/drawing/2014/main" id="{E765806B-4BE0-6B7B-FE18-DF2D75670717}"/>
              </a:ext>
            </a:extLst>
          </p:cNvPr>
          <p:cNvSpPr>
            <a:spLocks noGrp="1"/>
          </p:cNvSpPr>
          <p:nvPr>
            <p:ph sz="half" idx="15"/>
          </p:nvPr>
        </p:nvSpPr>
        <p:spPr>
          <a:xfrm>
            <a:off x="1591732" y="812800"/>
            <a:ext cx="4504267" cy="4842040"/>
          </a:xfrm>
        </p:spPr>
        <p:txBody>
          <a:bodyPr>
            <a:normAutofit/>
          </a:bodyPr>
          <a:lstStyle/>
          <a:p>
            <a:r>
              <a:rPr lang="en-US" dirty="0"/>
              <a:t>The </a:t>
            </a:r>
            <a:r>
              <a:rPr lang="en-US" b="1" dirty="0"/>
              <a:t>Coordinator and Manager CSHTML pages</a:t>
            </a:r>
            <a:r>
              <a:rPr lang="en-US" dirty="0"/>
              <a:t> provide the review interfaces for handling lecturer claims, each tailored to that role’s responsibilities. Both pages display a styled dashboard built with Razor syntax, HTML, and server-side data passed through </a:t>
            </a:r>
            <a:r>
              <a:rPr lang="en-US" dirty="0" err="1"/>
              <a:t>ViewBag</a:t>
            </a:r>
            <a:r>
              <a:rPr lang="en-US" dirty="0"/>
              <a:t> and model lists. Each claim is shown inside a card layout that includes key details such as hours worked, amount calculated, submission date, attached documents, and the lecturer’s information. Using conditional Razor statements, the views render dynamic status badges, such as </a:t>
            </a:r>
            <a:r>
              <a:rPr lang="en-US" i="1" dirty="0"/>
              <a:t>Pending</a:t>
            </a:r>
            <a:r>
              <a:rPr lang="en-US" dirty="0"/>
              <a:t>, </a:t>
            </a:r>
            <a:r>
              <a:rPr lang="en-US" i="1" dirty="0"/>
              <a:t>Accepted</a:t>
            </a:r>
            <a:r>
              <a:rPr lang="en-US" dirty="0"/>
              <a:t>, </a:t>
            </a:r>
            <a:r>
              <a:rPr lang="en-US" i="1" dirty="0"/>
              <a:t>Rejected</a:t>
            </a:r>
            <a:r>
              <a:rPr lang="en-US" dirty="0"/>
              <a:t>, or </a:t>
            </a:r>
            <a:r>
              <a:rPr lang="en-US" i="1" dirty="0"/>
              <a:t>Further Verification, </a:t>
            </a:r>
            <a:r>
              <a:rPr lang="en-US" dirty="0"/>
              <a:t>with color-coded UI styling for clarity. </a:t>
            </a:r>
          </a:p>
        </p:txBody>
      </p:sp>
    </p:spTree>
    <p:extLst>
      <p:ext uri="{BB962C8B-B14F-4D97-AF65-F5344CB8AC3E}">
        <p14:creationId xmlns:p14="http://schemas.microsoft.com/office/powerpoint/2010/main" val="1147369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5E789A05-76D0-47F6-AD3C-AF905732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709375"/>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7" name="Rectangle 46">
            <a:extLst>
              <a:ext uri="{FF2B5EF4-FFF2-40B4-BE49-F238E27FC236}">
                <a16:creationId xmlns:a16="http://schemas.microsoft.com/office/drawing/2014/main" id="{19CE9782-0FD1-493B-9C50-C51AB7C5E0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9" name="Rectangle 48">
            <a:extLst>
              <a:ext uri="{FF2B5EF4-FFF2-40B4-BE49-F238E27FC236}">
                <a16:creationId xmlns:a16="http://schemas.microsoft.com/office/drawing/2014/main" id="{F6619023-691E-4F1C-A10A-0EA3D044EE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1" name="Rectangle 50">
            <a:extLst>
              <a:ext uri="{FF2B5EF4-FFF2-40B4-BE49-F238E27FC236}">
                <a16:creationId xmlns:a16="http://schemas.microsoft.com/office/drawing/2014/main" id="{36F31C88-3DEF-4EA8-AE3A-49441413FC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685800"/>
            <a:ext cx="422144" cy="5486400"/>
          </a:xfrm>
          <a:prstGeom prst="rect">
            <a:avLst/>
          </a:prstGeom>
          <a:solidFill>
            <a:srgbClr val="8155DA">
              <a:alpha val="25000"/>
            </a:srgb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sp>
        <p:nvSpPr>
          <p:cNvPr id="53" name="Rectangle 52">
            <a:extLst>
              <a:ext uri="{FF2B5EF4-FFF2-40B4-BE49-F238E27FC236}">
                <a16:creationId xmlns:a16="http://schemas.microsoft.com/office/drawing/2014/main" id="{147EAFFD-2BD1-4600-B034-EEF700787D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2BDD3376-2BB5-D208-489F-2CF4AEDE5388}"/>
              </a:ext>
            </a:extLst>
          </p:cNvPr>
          <p:cNvSpPr>
            <a:spLocks noGrp="1"/>
          </p:cNvSpPr>
          <p:nvPr>
            <p:ph type="title"/>
          </p:nvPr>
        </p:nvSpPr>
        <p:spPr>
          <a:xfrm>
            <a:off x="5132026" y="540168"/>
            <a:ext cx="5828376" cy="966900"/>
          </a:xfrm>
        </p:spPr>
        <p:txBody>
          <a:bodyPr vert="horz" lIns="91440" tIns="45720" rIns="91440" bIns="45720" rtlCol="0" anchor="b">
            <a:normAutofit/>
          </a:bodyPr>
          <a:lstStyle/>
          <a:p>
            <a:r>
              <a:rPr lang="en-US" sz="4800" dirty="0">
                <a:solidFill>
                  <a:schemeClr val="tx1"/>
                </a:solidFill>
              </a:rPr>
              <a:t>CONTROLLER</a:t>
            </a:r>
          </a:p>
        </p:txBody>
      </p:sp>
      <p:sp>
        <p:nvSpPr>
          <p:cNvPr id="40" name="Slide Number Placeholder 39">
            <a:extLst>
              <a:ext uri="{FF2B5EF4-FFF2-40B4-BE49-F238E27FC236}">
                <a16:creationId xmlns:a16="http://schemas.microsoft.com/office/drawing/2014/main" id="{99A3C9AE-6440-E266-03D1-504E4CB48C95}"/>
              </a:ext>
            </a:extLst>
          </p:cNvPr>
          <p:cNvSpPr>
            <a:spLocks noGrp="1"/>
          </p:cNvSpPr>
          <p:nvPr>
            <p:ph type="sldNum" sz="quarter" idx="4"/>
          </p:nvPr>
        </p:nvSpPr>
        <p:spPr>
          <a:xfrm>
            <a:off x="11504676" y="-14198"/>
            <a:ext cx="685800" cy="685800"/>
          </a:xfrm>
        </p:spPr>
        <p:txBody>
          <a:bodyPr vert="horz" lIns="91440" tIns="45720" rIns="91440" bIns="45720" rtlCol="0" anchor="ctr">
            <a:normAutofit/>
          </a:bodyPr>
          <a:lstStyle/>
          <a:p>
            <a:pPr>
              <a:spcAft>
                <a:spcPts val="600"/>
              </a:spcAft>
              <a:defRPr/>
            </a:pPr>
            <a:fld id="{3A4F6043-7A67-491B-98BC-F933DED7226D}" type="slidenum">
              <a:rPr lang="en-US" smtClean="0">
                <a:solidFill>
                  <a:prstClr val="black">
                    <a:tint val="75000"/>
                  </a:prstClr>
                </a:solidFill>
                <a:latin typeface="Calibri" panose="020F0502020204030204"/>
              </a:rPr>
              <a:pPr>
                <a:spcAft>
                  <a:spcPts val="600"/>
                </a:spcAft>
                <a:defRPr/>
              </a:pPr>
              <a:t>11</a:t>
            </a:fld>
            <a:endParaRPr lang="en-US">
              <a:solidFill>
                <a:prstClr val="black">
                  <a:tint val="75000"/>
                </a:prstClr>
              </a:solidFill>
              <a:latin typeface="Calibri" panose="020F0502020204030204"/>
            </a:endParaRPr>
          </a:p>
        </p:txBody>
      </p:sp>
      <p:pic>
        <p:nvPicPr>
          <p:cNvPr id="9" name="Picture 8">
            <a:extLst>
              <a:ext uri="{FF2B5EF4-FFF2-40B4-BE49-F238E27FC236}">
                <a16:creationId xmlns:a16="http://schemas.microsoft.com/office/drawing/2014/main" id="{B4B9BB57-83EC-2C4D-AF91-857C9B02A039}"/>
              </a:ext>
            </a:extLst>
          </p:cNvPr>
          <p:cNvPicPr>
            <a:picLocks noChangeAspect="1"/>
          </p:cNvPicPr>
          <p:nvPr/>
        </p:nvPicPr>
        <p:blipFill>
          <a:blip r:embed="rId4"/>
          <a:srcRect l="12892" r="39399" b="1"/>
          <a:stretch>
            <a:fillRect/>
          </a:stretch>
        </p:blipFill>
        <p:spPr>
          <a:xfrm>
            <a:off x="413003" y="685800"/>
            <a:ext cx="4073933" cy="5486400"/>
          </a:xfrm>
          <a:prstGeom prst="rect">
            <a:avLst/>
          </a:prstGeom>
        </p:spPr>
      </p:pic>
      <p:sp>
        <p:nvSpPr>
          <p:cNvPr id="10" name="TextBox 9">
            <a:extLst>
              <a:ext uri="{FF2B5EF4-FFF2-40B4-BE49-F238E27FC236}">
                <a16:creationId xmlns:a16="http://schemas.microsoft.com/office/drawing/2014/main" id="{B6C6A6AD-CBFF-DE29-E6C6-361AD0D5F384}"/>
              </a:ext>
            </a:extLst>
          </p:cNvPr>
          <p:cNvSpPr txBox="1"/>
          <p:nvPr/>
        </p:nvSpPr>
        <p:spPr>
          <a:xfrm>
            <a:off x="4518985" y="1371600"/>
            <a:ext cx="7260012" cy="4604297"/>
          </a:xfrm>
          <a:prstGeom prst="rect">
            <a:avLst/>
          </a:prstGeom>
        </p:spPr>
        <p:txBody>
          <a:bodyPr vert="horz" lIns="91440" tIns="45720" rIns="91440" bIns="45720" rtlCol="0" anchor="t">
            <a:noAutofit/>
          </a:bodyPr>
          <a:lstStyle/>
          <a:p>
            <a:pPr>
              <a:lnSpc>
                <a:spcPts val="2800"/>
              </a:lnSpc>
              <a:spcAft>
                <a:spcPts val="600"/>
              </a:spcAft>
              <a:buClr>
                <a:schemeClr val="accent2"/>
              </a:buClr>
            </a:pPr>
            <a:r>
              <a:rPr lang="en-US" sz="1500" dirty="0"/>
              <a:t>The </a:t>
            </a:r>
            <a:r>
              <a:rPr lang="en-US" sz="1500" b="1" dirty="0"/>
              <a:t>Coordinator and Manager controllers</a:t>
            </a:r>
            <a:r>
              <a:rPr lang="en-US" sz="1500" dirty="0"/>
              <a:t> handle the multi-level approval workflow for lecturer claims, using sessions and role-based authentication to ensure secure access. When a user logs in, ASP.NET stores their </a:t>
            </a:r>
            <a:r>
              <a:rPr lang="en-US" sz="1500" b="1" dirty="0" err="1"/>
              <a:t>UserID</a:t>
            </a:r>
            <a:r>
              <a:rPr lang="en-US" sz="1500" b="1" dirty="0"/>
              <a:t> and Role in session cookies</a:t>
            </a:r>
            <a:r>
              <a:rPr lang="en-US" sz="1500" dirty="0"/>
              <a:t>, and each controller checks these values to ensure that only a Coordinator can access the Coordinator actions and only a Manager can access Manager actions. Both controllers retrieve claims from the database using Entity Framework and display them on their dashboard views, where the user can review hours worked, documents submitted, and previous decisions. When a Coordinator updates a claim, accepting it, rejecting it, or sending it for further verification, the controller saves the decision into the </a:t>
            </a:r>
            <a:r>
              <a:rPr lang="en-US" sz="1500" b="1" dirty="0" err="1"/>
              <a:t>CoordinatorReview</a:t>
            </a:r>
            <a:r>
              <a:rPr lang="en-US" sz="1500" dirty="0"/>
              <a:t> field and updates the claim status accordingly. The Manager controller performs the final review, modifying the </a:t>
            </a:r>
            <a:r>
              <a:rPr lang="en-US" sz="1500" b="1" dirty="0" err="1"/>
              <a:t>ManagerReview</a:t>
            </a:r>
            <a:r>
              <a:rPr lang="en-US" sz="1500" dirty="0"/>
              <a:t> field and setting the overall </a:t>
            </a:r>
            <a:r>
              <a:rPr lang="en-US" sz="1500" b="1" dirty="0"/>
              <a:t>Status</a:t>
            </a:r>
            <a:r>
              <a:rPr lang="en-US" sz="1500" dirty="0"/>
              <a:t> of the claim (Accepted, Rejected, or Pending). These controllers therefore enforce workflow control, protect restricted pages using session-based identity checks, and update claims through EF Core to move them through the approval stages.</a:t>
            </a:r>
          </a:p>
        </p:txBody>
      </p:sp>
      <p:cxnSp>
        <p:nvCxnSpPr>
          <p:cNvPr id="55" name="Straight Connector 54">
            <a:extLst>
              <a:ext uri="{FF2B5EF4-FFF2-40B4-BE49-F238E27FC236}">
                <a16:creationId xmlns:a16="http://schemas.microsoft.com/office/drawing/2014/main" id="{8D4B5F26-8713-4267-9186-183BB809C0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8155DA"/>
            </a:solidFill>
            <a:prstDash val="dash"/>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72C66DF-2004-4C24-8C07-554E41490D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8155DA"/>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6044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E789A05-76D0-47F6-AD3C-AF905732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709375"/>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Background Gray Rectangle">
            <a:extLst>
              <a:ext uri="{FF2B5EF4-FFF2-40B4-BE49-F238E27FC236}">
                <a16:creationId xmlns:a16="http://schemas.microsoft.com/office/drawing/2014/main" id="{05C5A40C-F9AD-4C93-97FA-358B169FE2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4198"/>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Rectangle 13">
            <a:extLst>
              <a:ext uri="{FF2B5EF4-FFF2-40B4-BE49-F238E27FC236}">
                <a16:creationId xmlns:a16="http://schemas.microsoft.com/office/drawing/2014/main" id="{7AABA2F9-823C-4214-A440-604B5DB2FF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6" name="Rectangle 15">
            <a:extLst>
              <a:ext uri="{FF2B5EF4-FFF2-40B4-BE49-F238E27FC236}">
                <a16:creationId xmlns:a16="http://schemas.microsoft.com/office/drawing/2014/main" id="{29B92431-B474-487C-98A7-621A5D059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685800"/>
            <a:ext cx="121920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A16858-1001-F580-4E36-7FE9B427CA44}"/>
              </a:ext>
            </a:extLst>
          </p:cNvPr>
          <p:cNvSpPr>
            <a:spLocks noGrp="1"/>
          </p:cNvSpPr>
          <p:nvPr>
            <p:ph type="title"/>
          </p:nvPr>
        </p:nvSpPr>
        <p:spPr>
          <a:xfrm>
            <a:off x="836676" y="680189"/>
            <a:ext cx="10515600" cy="3197542"/>
          </a:xfrm>
        </p:spPr>
        <p:txBody>
          <a:bodyPr vert="horz" lIns="91440" tIns="45720" rIns="91440" bIns="45720" rtlCol="0" anchor="b">
            <a:normAutofit/>
          </a:bodyPr>
          <a:lstStyle/>
          <a:p>
            <a:pPr algn="ctr"/>
            <a:r>
              <a:rPr lang="en-US" sz="4800" dirty="0"/>
              <a:t>Backend Overview</a:t>
            </a:r>
          </a:p>
        </p:txBody>
      </p:sp>
      <p:sp>
        <p:nvSpPr>
          <p:cNvPr id="5" name="Slide Number Placeholder 4">
            <a:extLst>
              <a:ext uri="{FF2B5EF4-FFF2-40B4-BE49-F238E27FC236}">
                <a16:creationId xmlns:a16="http://schemas.microsoft.com/office/drawing/2014/main" id="{B1BF1E3C-BADB-62CA-FE76-16D518006E1C}"/>
              </a:ext>
            </a:extLst>
          </p:cNvPr>
          <p:cNvSpPr>
            <a:spLocks noGrp="1"/>
          </p:cNvSpPr>
          <p:nvPr>
            <p:ph type="sldNum" sz="quarter" idx="4"/>
          </p:nvPr>
        </p:nvSpPr>
        <p:spPr>
          <a:xfrm>
            <a:off x="11504676" y="-14198"/>
            <a:ext cx="685800" cy="685800"/>
          </a:xfrm>
        </p:spPr>
        <p:txBody>
          <a:bodyPr vert="horz" lIns="91440" tIns="45720" rIns="91440" bIns="45720" rtlCol="0" anchor="ctr">
            <a:normAutofit/>
          </a:bodyPr>
          <a:lstStyle/>
          <a:p>
            <a:pPr>
              <a:spcAft>
                <a:spcPts val="600"/>
              </a:spcAft>
            </a:pPr>
            <a:fld id="{3A4F6043-7A67-491B-98BC-F933DED7226D}" type="slidenum">
              <a:rPr lang="en-US" smtClean="0"/>
              <a:pPr>
                <a:spcAft>
                  <a:spcPts val="600"/>
                </a:spcAft>
              </a:pPr>
              <a:t>12</a:t>
            </a:fld>
            <a:endParaRPr lang="en-US"/>
          </a:p>
        </p:txBody>
      </p:sp>
      <p:cxnSp>
        <p:nvCxnSpPr>
          <p:cNvPr id="18" name="Straight Connector 17">
            <a:extLst>
              <a:ext uri="{FF2B5EF4-FFF2-40B4-BE49-F238E27FC236}">
                <a16:creationId xmlns:a16="http://schemas.microsoft.com/office/drawing/2014/main" id="{18BED632-3F93-4C38-BB9D-D6B36E1076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59" y="68019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0D2A0D4-02A1-4D54-B25A-DF0DD9DD07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786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pattFill prst="lgConfetti">
          <a:fgClr>
            <a:schemeClr val="accent1"/>
          </a:fgClr>
          <a:bgClr>
            <a:schemeClr val="bg1"/>
          </a:bgClr>
        </a:patt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E0988E4-102D-E588-B236-A34D9E7E4832}"/>
              </a:ext>
            </a:extLst>
          </p:cNvPr>
          <p:cNvSpPr>
            <a:spLocks noGrp="1"/>
          </p:cNvSpPr>
          <p:nvPr>
            <p:ph type="title"/>
          </p:nvPr>
        </p:nvSpPr>
        <p:spPr/>
        <p:txBody>
          <a:bodyPr/>
          <a:lstStyle/>
          <a:p>
            <a:r>
              <a:rPr lang="en-US" dirty="0"/>
              <a:t>SSMS INTERGRATION </a:t>
            </a:r>
          </a:p>
        </p:txBody>
      </p:sp>
      <p:sp>
        <p:nvSpPr>
          <p:cNvPr id="2" name="Text Placeholder 1">
            <a:extLst>
              <a:ext uri="{FF2B5EF4-FFF2-40B4-BE49-F238E27FC236}">
                <a16:creationId xmlns:a16="http://schemas.microsoft.com/office/drawing/2014/main" id="{8233B595-DA05-C272-1C41-09A79A33C06C}"/>
              </a:ext>
            </a:extLst>
          </p:cNvPr>
          <p:cNvSpPr>
            <a:spLocks noGrp="1"/>
          </p:cNvSpPr>
          <p:nvPr>
            <p:ph type="body" sz="quarter" idx="11"/>
          </p:nvPr>
        </p:nvSpPr>
        <p:spPr>
          <a:xfrm>
            <a:off x="420624" y="1388533"/>
            <a:ext cx="4801966" cy="4809067"/>
          </a:xfrm>
        </p:spPr>
        <p:txBody>
          <a:bodyPr>
            <a:normAutofit fontScale="85000" lnSpcReduction="10000"/>
          </a:bodyPr>
          <a:lstStyle/>
          <a:p>
            <a:pPr marL="0" indent="0">
              <a:buNone/>
            </a:pPr>
            <a:r>
              <a:rPr lang="en-US" dirty="0"/>
              <a:t>The </a:t>
            </a:r>
            <a:r>
              <a:rPr lang="en-US" b="1" dirty="0" err="1"/>
              <a:t>AppDbContext</a:t>
            </a:r>
            <a:r>
              <a:rPr lang="en-US" dirty="0"/>
              <a:t> class is the core of the application's data layer, acting as the bridge between the C# models and the SQL Server database using Entity Framework Core. It defines the database tables through </a:t>
            </a:r>
            <a:r>
              <a:rPr lang="en-US" dirty="0" err="1"/>
              <a:t>DbSet</a:t>
            </a:r>
            <a:r>
              <a:rPr lang="en-US" dirty="0"/>
              <a:t> properties such as </a:t>
            </a:r>
            <a:r>
              <a:rPr lang="en-US" b="1" dirty="0"/>
              <a:t>Users</a:t>
            </a:r>
            <a:r>
              <a:rPr lang="en-US" dirty="0"/>
              <a:t>, </a:t>
            </a:r>
            <a:r>
              <a:rPr lang="en-US" b="1" dirty="0"/>
              <a:t>Lecturers</a:t>
            </a:r>
            <a:r>
              <a:rPr lang="en-US" dirty="0"/>
              <a:t>, and </a:t>
            </a:r>
            <a:r>
              <a:rPr lang="en-US" b="1" dirty="0"/>
              <a:t>Claims</a:t>
            </a:r>
            <a:r>
              <a:rPr lang="en-US" dirty="0"/>
              <a:t>, allowing the application to query and update data using LINQ instead of manual SQL. When the program runs, EF Core uses this context to track changes, load related data with .Include(), and save updates using .</a:t>
            </a:r>
            <a:r>
              <a:rPr lang="en-US" dirty="0" err="1"/>
              <a:t>SaveChanges</a:t>
            </a:r>
            <a:r>
              <a:rPr lang="en-US" dirty="0"/>
              <a:t>(). The </a:t>
            </a:r>
            <a:r>
              <a:rPr lang="en-US" dirty="0" err="1"/>
              <a:t>AppDbContext</a:t>
            </a:r>
            <a:r>
              <a:rPr lang="en-US" dirty="0"/>
              <a:t> is registered in </a:t>
            </a:r>
            <a:r>
              <a:rPr lang="en-US" i="1" dirty="0" err="1"/>
              <a:t>Program.cs</a:t>
            </a:r>
            <a:r>
              <a:rPr lang="en-US" dirty="0"/>
              <a:t> with dependency injection, meaning every controller that requires database access automatically receives a configured instance of the context. This ensures consistent, secure, and efficient communication with the database. Relationships are handled through navigation properties, for example, a Lecturer has many Claims, allowing EF Core to automatically link foreign keys. Overall, the </a:t>
            </a:r>
            <a:r>
              <a:rPr lang="en-US" dirty="0" err="1"/>
              <a:t>AppDbContext</a:t>
            </a:r>
            <a:r>
              <a:rPr lang="en-US" dirty="0"/>
              <a:t> manages all persistence in the application, ensuring that authentication data, lecturer details, uploaded claims, coordinator reviews, manager reviews, and HR records are stored and retrieved accurately throughout the entire system.</a:t>
            </a:r>
          </a:p>
        </p:txBody>
      </p:sp>
      <p:sp>
        <p:nvSpPr>
          <p:cNvPr id="13" name="Slide Number Placeholder 12">
            <a:extLst>
              <a:ext uri="{FF2B5EF4-FFF2-40B4-BE49-F238E27FC236}">
                <a16:creationId xmlns:a16="http://schemas.microsoft.com/office/drawing/2014/main" id="{6EB33A8D-41A0-F72E-2DFF-C998B79C1170}"/>
              </a:ext>
            </a:extLst>
          </p:cNvPr>
          <p:cNvSpPr>
            <a:spLocks noGrp="1"/>
          </p:cNvSpPr>
          <p:nvPr>
            <p:ph type="sldNum" sz="quarter" idx="4"/>
          </p:nvPr>
        </p:nvSpPr>
        <p:spPr/>
        <p:txBody>
          <a:bodyPr/>
          <a:lstStyle/>
          <a:p>
            <a:fld id="{3A4F6043-7A67-491B-98BC-F933DED7226D}" type="slidenum">
              <a:rPr lang="en-US" smtClean="0"/>
              <a:pPr/>
              <a:t>13</a:t>
            </a:fld>
            <a:endParaRPr lang="en-US" dirty="0"/>
          </a:p>
        </p:txBody>
      </p:sp>
      <p:pic>
        <p:nvPicPr>
          <p:cNvPr id="5" name="Picture 4">
            <a:extLst>
              <a:ext uri="{FF2B5EF4-FFF2-40B4-BE49-F238E27FC236}">
                <a16:creationId xmlns:a16="http://schemas.microsoft.com/office/drawing/2014/main" id="{2387CAA1-2613-63E3-7FF4-FABEBB840170}"/>
              </a:ext>
            </a:extLst>
          </p:cNvPr>
          <p:cNvPicPr>
            <a:picLocks noChangeAspect="1"/>
          </p:cNvPicPr>
          <p:nvPr/>
        </p:nvPicPr>
        <p:blipFill>
          <a:blip r:embed="rId3"/>
          <a:stretch>
            <a:fillRect/>
          </a:stretch>
        </p:blipFill>
        <p:spPr>
          <a:xfrm>
            <a:off x="5618970" y="2780781"/>
            <a:ext cx="5472363" cy="1678400"/>
          </a:xfrm>
          <a:prstGeom prst="rect">
            <a:avLst/>
          </a:prstGeom>
        </p:spPr>
      </p:pic>
      <p:pic>
        <p:nvPicPr>
          <p:cNvPr id="8" name="Picture 7">
            <a:extLst>
              <a:ext uri="{FF2B5EF4-FFF2-40B4-BE49-F238E27FC236}">
                <a16:creationId xmlns:a16="http://schemas.microsoft.com/office/drawing/2014/main" id="{4C0F9708-CAF7-D48A-BD33-6E2319C07CCE}"/>
              </a:ext>
            </a:extLst>
          </p:cNvPr>
          <p:cNvPicPr>
            <a:picLocks noChangeAspect="1"/>
          </p:cNvPicPr>
          <p:nvPr/>
        </p:nvPicPr>
        <p:blipFill>
          <a:blip r:embed="rId4"/>
          <a:stretch>
            <a:fillRect/>
          </a:stretch>
        </p:blipFill>
        <p:spPr>
          <a:xfrm>
            <a:off x="5413805" y="1691640"/>
            <a:ext cx="5882692" cy="482682"/>
          </a:xfrm>
          <a:prstGeom prst="rect">
            <a:avLst/>
          </a:prstGeom>
        </p:spPr>
      </p:pic>
    </p:spTree>
    <p:extLst>
      <p:ext uri="{BB962C8B-B14F-4D97-AF65-F5344CB8AC3E}">
        <p14:creationId xmlns:p14="http://schemas.microsoft.com/office/powerpoint/2010/main" val="2255117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pattFill prst="sphere">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80268-1494-2660-4948-863C5C72646E}"/>
              </a:ext>
            </a:extLst>
          </p:cNvPr>
          <p:cNvSpPr>
            <a:spLocks noGrp="1"/>
          </p:cNvSpPr>
          <p:nvPr>
            <p:ph type="title"/>
          </p:nvPr>
        </p:nvSpPr>
        <p:spPr>
          <a:xfrm>
            <a:off x="1439332" y="685800"/>
            <a:ext cx="9636227" cy="1004888"/>
          </a:xfrm>
        </p:spPr>
        <p:txBody>
          <a:bodyPr/>
          <a:lstStyle/>
          <a:p>
            <a:r>
              <a:rPr lang="en-US" dirty="0"/>
              <a:t>PROGRAM  </a:t>
            </a:r>
          </a:p>
        </p:txBody>
      </p:sp>
      <p:sp>
        <p:nvSpPr>
          <p:cNvPr id="4" name="Content Placeholder 3">
            <a:extLst>
              <a:ext uri="{FF2B5EF4-FFF2-40B4-BE49-F238E27FC236}">
                <a16:creationId xmlns:a16="http://schemas.microsoft.com/office/drawing/2014/main" id="{0A552E9A-D084-7FDA-32AA-D4368360A100}"/>
              </a:ext>
            </a:extLst>
          </p:cNvPr>
          <p:cNvSpPr>
            <a:spLocks noGrp="1"/>
          </p:cNvSpPr>
          <p:nvPr>
            <p:ph sz="half" idx="2"/>
          </p:nvPr>
        </p:nvSpPr>
        <p:spPr>
          <a:xfrm>
            <a:off x="5273112" y="1690688"/>
            <a:ext cx="6230040" cy="4473045"/>
          </a:xfrm>
        </p:spPr>
        <p:txBody>
          <a:bodyPr>
            <a:normAutofit fontScale="85000" lnSpcReduction="10000"/>
          </a:bodyPr>
          <a:lstStyle/>
          <a:p>
            <a:r>
              <a:rPr lang="en-US" dirty="0"/>
              <a:t>The </a:t>
            </a:r>
            <a:r>
              <a:rPr lang="en-US" dirty="0" err="1"/>
              <a:t>Program.cs</a:t>
            </a:r>
            <a:r>
              <a:rPr lang="en-US" dirty="0"/>
              <a:t> file is the entry point of the ASP.NET Core application and is responsible for configuring the services and middleware needed for the system to run. It sets up </a:t>
            </a:r>
            <a:r>
              <a:rPr lang="en-US" b="1" dirty="0"/>
              <a:t>MVC</a:t>
            </a:r>
            <a:r>
              <a:rPr lang="en-US" dirty="0"/>
              <a:t> with </a:t>
            </a:r>
            <a:r>
              <a:rPr lang="en-US" dirty="0" err="1"/>
              <a:t>AddControllersWithViews</a:t>
            </a:r>
            <a:r>
              <a:rPr lang="en-US" dirty="0"/>
              <a:t>() to enable the application to handle requests and render views, and configures </a:t>
            </a:r>
            <a:r>
              <a:rPr lang="en-US" b="1" dirty="0"/>
              <a:t>Entity Framework Core</a:t>
            </a:r>
            <a:r>
              <a:rPr lang="en-US" dirty="0"/>
              <a:t> with </a:t>
            </a:r>
            <a:r>
              <a:rPr lang="en-US" dirty="0" err="1"/>
              <a:t>AddDbContext</a:t>
            </a:r>
            <a:r>
              <a:rPr lang="en-US" dirty="0"/>
              <a:t>&lt;</a:t>
            </a:r>
            <a:r>
              <a:rPr lang="en-US" dirty="0" err="1"/>
              <a:t>AppDbContext</a:t>
            </a:r>
            <a:r>
              <a:rPr lang="en-US" dirty="0"/>
              <a:t>&gt; to connect to the SQL Server database, allowing access to users, lecturers, coordinators, managers, and claims. It also enables </a:t>
            </a:r>
            <a:r>
              <a:rPr lang="en-US" b="1" dirty="0"/>
              <a:t>session management</a:t>
            </a:r>
            <a:r>
              <a:rPr lang="en-US" dirty="0"/>
              <a:t> using </a:t>
            </a:r>
            <a:r>
              <a:rPr lang="en-US" dirty="0" err="1"/>
              <a:t>AddDistributedMemoryCache</a:t>
            </a:r>
            <a:r>
              <a:rPr lang="en-US" dirty="0"/>
              <a:t>() and </a:t>
            </a:r>
            <a:r>
              <a:rPr lang="en-US" dirty="0" err="1"/>
              <a:t>AddSession</a:t>
            </a:r>
            <a:r>
              <a:rPr lang="en-US" dirty="0"/>
              <a:t>(), which stores temporary user data such as roles and messages during a session, ensuring personalized dashboards and role-based access. </a:t>
            </a:r>
            <a:r>
              <a:rPr lang="en-US" b="1" dirty="0"/>
              <a:t>Cookie-based authentication</a:t>
            </a:r>
            <a:r>
              <a:rPr lang="en-US" dirty="0"/>
              <a:t> is configured to secure the application, redirecting unauthenticated users to the login page. The middleware pipeline, including </a:t>
            </a:r>
            <a:r>
              <a:rPr lang="en-US" dirty="0" err="1"/>
              <a:t>UseHttpsRedirection</a:t>
            </a:r>
            <a:r>
              <a:rPr lang="en-US" dirty="0"/>
              <a:t>(), </a:t>
            </a:r>
            <a:r>
              <a:rPr lang="en-US" dirty="0" err="1"/>
              <a:t>UseStaticFiles</a:t>
            </a:r>
            <a:r>
              <a:rPr lang="en-US" dirty="0"/>
              <a:t>(), </a:t>
            </a:r>
            <a:r>
              <a:rPr lang="en-US" dirty="0" err="1"/>
              <a:t>UseRouting</a:t>
            </a:r>
            <a:r>
              <a:rPr lang="en-US" dirty="0"/>
              <a:t>(), </a:t>
            </a:r>
            <a:r>
              <a:rPr lang="en-US" dirty="0" err="1"/>
              <a:t>UseSession</a:t>
            </a:r>
            <a:r>
              <a:rPr lang="en-US" dirty="0"/>
              <a:t>(), </a:t>
            </a:r>
            <a:r>
              <a:rPr lang="en-US" dirty="0" err="1"/>
              <a:t>UseAuthentication</a:t>
            </a:r>
            <a:r>
              <a:rPr lang="en-US" dirty="0"/>
              <a:t>(), and </a:t>
            </a:r>
            <a:r>
              <a:rPr lang="en-US" dirty="0" err="1"/>
              <a:t>UseAuthorization</a:t>
            </a:r>
            <a:r>
              <a:rPr lang="en-US" dirty="0"/>
              <a:t>(), defines the order in which requests are processed, ensuring security, session tracking, and proper routing. Finally, </a:t>
            </a:r>
            <a:r>
              <a:rPr lang="en-US" dirty="0" err="1"/>
              <a:t>MapControllerRoute</a:t>
            </a:r>
            <a:r>
              <a:rPr lang="en-US" dirty="0"/>
              <a:t>() sets the default routing pattern so the application can correctly direct user requests to the appropriate controllers and actions. Overall, </a:t>
            </a:r>
            <a:r>
              <a:rPr lang="en-US" dirty="0" err="1"/>
              <a:t>Program.cs</a:t>
            </a:r>
            <a:r>
              <a:rPr lang="en-US" dirty="0"/>
              <a:t> establishes the foundational setup that enables the application to function securely and efficiently.</a:t>
            </a:r>
          </a:p>
        </p:txBody>
      </p:sp>
      <p:sp>
        <p:nvSpPr>
          <p:cNvPr id="27" name="Slide Number Placeholder 26">
            <a:extLst>
              <a:ext uri="{FF2B5EF4-FFF2-40B4-BE49-F238E27FC236}">
                <a16:creationId xmlns:a16="http://schemas.microsoft.com/office/drawing/2014/main" id="{39C3EA6F-C7F7-8CA4-C495-1C9EEFF33DFD}"/>
              </a:ext>
            </a:extLst>
          </p:cNvPr>
          <p:cNvSpPr>
            <a:spLocks noGrp="1"/>
          </p:cNvSpPr>
          <p:nvPr>
            <p:ph type="sldNum" sz="quarter" idx="14"/>
          </p:nvPr>
        </p:nvSpPr>
        <p:spPr/>
        <p:txBody>
          <a:bodyPr/>
          <a:lstStyle/>
          <a:p>
            <a:fld id="{3A4F6043-7A67-491B-98BC-F933DED7226D}" type="slidenum">
              <a:rPr lang="en-US" smtClean="0"/>
              <a:pPr/>
              <a:t>14</a:t>
            </a:fld>
            <a:endParaRPr lang="en-US" dirty="0"/>
          </a:p>
        </p:txBody>
      </p:sp>
      <p:pic>
        <p:nvPicPr>
          <p:cNvPr id="5" name="Picture 4">
            <a:extLst>
              <a:ext uri="{FF2B5EF4-FFF2-40B4-BE49-F238E27FC236}">
                <a16:creationId xmlns:a16="http://schemas.microsoft.com/office/drawing/2014/main" id="{D4E0F1FF-C0FB-D318-2D72-91393AB19C89}"/>
              </a:ext>
            </a:extLst>
          </p:cNvPr>
          <p:cNvPicPr>
            <a:picLocks noChangeAspect="1"/>
          </p:cNvPicPr>
          <p:nvPr/>
        </p:nvPicPr>
        <p:blipFill>
          <a:blip r:embed="rId3"/>
          <a:stretch>
            <a:fillRect/>
          </a:stretch>
        </p:blipFill>
        <p:spPr>
          <a:xfrm>
            <a:off x="1439332" y="1699155"/>
            <a:ext cx="3833780" cy="4052182"/>
          </a:xfrm>
          <a:prstGeom prst="rect">
            <a:avLst/>
          </a:prstGeom>
        </p:spPr>
      </p:pic>
    </p:spTree>
    <p:extLst>
      <p:ext uri="{BB962C8B-B14F-4D97-AF65-F5344CB8AC3E}">
        <p14:creationId xmlns:p14="http://schemas.microsoft.com/office/powerpoint/2010/main" val="1603235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F1F15-46F5-4A2B-AF38-34F3B8027144}"/>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360A4C54-B3B2-4B02-A340-C72E57FEE5FE}"/>
              </a:ext>
            </a:extLst>
          </p:cNvPr>
          <p:cNvSpPr>
            <a:spLocks noGrp="1"/>
          </p:cNvSpPr>
          <p:nvPr>
            <p:ph idx="1"/>
          </p:nvPr>
        </p:nvSpPr>
        <p:spPr/>
        <p:txBody>
          <a:bodyPr vert="horz" lIns="91440" tIns="45720" rIns="91440" bIns="45720" rtlCol="0" anchor="t">
            <a:noAutofit/>
          </a:bodyPr>
          <a:lstStyle/>
          <a:p>
            <a:r>
              <a:rPr lang="en-US" dirty="0"/>
              <a:t>ST10440515</a:t>
            </a:r>
          </a:p>
          <a:p>
            <a:r>
              <a:rPr lang="en-US" dirty="0"/>
              <a:t>NOTHANDO MPOFU</a:t>
            </a:r>
          </a:p>
        </p:txBody>
      </p:sp>
    </p:spTree>
    <p:extLst>
      <p:ext uri="{BB962C8B-B14F-4D97-AF65-F5344CB8AC3E}">
        <p14:creationId xmlns:p14="http://schemas.microsoft.com/office/powerpoint/2010/main" val="1315345950"/>
      </p:ext>
    </p:extLst>
  </p:cSld>
  <p:clrMapOvr>
    <a:masterClrMapping/>
  </p:clrMapOvr>
</p:sld>
</file>

<file path=ppt/theme/theme1.xml><?xml version="1.0" encoding="utf-8"?>
<a:theme xmlns:a="http://schemas.openxmlformats.org/drawingml/2006/main" name="OffsetVTI">
  <a:themeElements>
    <a:clrScheme name="Custom 20">
      <a:dk1>
        <a:srgbClr val="000000"/>
      </a:dk1>
      <a:lt1>
        <a:sysClr val="window" lastClr="FFFFFF"/>
      </a:lt1>
      <a:dk2>
        <a:srgbClr val="2C3948"/>
      </a:dk2>
      <a:lt2>
        <a:srgbClr val="F4F4F4"/>
      </a:lt2>
      <a:accent1>
        <a:srgbClr val="F49D90"/>
      </a:accent1>
      <a:accent2>
        <a:srgbClr val="D6947C"/>
      </a:accent2>
      <a:accent3>
        <a:srgbClr val="BF8484"/>
      </a:accent3>
      <a:accent4>
        <a:srgbClr val="96A9AA"/>
      </a:accent4>
      <a:accent5>
        <a:srgbClr val="DD796C"/>
      </a:accent5>
      <a:accent6>
        <a:srgbClr val="D09145"/>
      </a:accent6>
      <a:hlink>
        <a:srgbClr val="DF686A"/>
      </a:hlink>
      <a:folHlink>
        <a:srgbClr val="F93F1C"/>
      </a:folHlink>
    </a:clrScheme>
    <a:fontScheme name="Dante">
      <a:majorFont>
        <a:latin typeface="Dante"/>
        <a:ea typeface=""/>
        <a:cs typeface=""/>
      </a:majorFont>
      <a:minorFont>
        <a:latin typeface="Dan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setVTI" id="{17A3166B-76FF-4669-8F6D-D4251AE158D8}" vid="{4532814A-B5F8-4CFD-BC69-A007D492DA4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B37DAF-AFAF-4561-A80B-C76198EBD319}">
  <ds:schemaRefs>
    <ds:schemaRef ds:uri="71af3243-3dd4-4a8d-8c0d-dd76da1f02a5"/>
    <ds:schemaRef ds:uri="16c05727-aa75-4e4a-9b5f-8a80a1165891"/>
    <ds:schemaRef ds:uri="http://schemas.microsoft.com/office/2006/metadata/properties"/>
    <ds:schemaRef ds:uri="http://schemas.microsoft.com/office/2006/documentManagement/types"/>
    <ds:schemaRef ds:uri="http://schemas.microsoft.com/office/infopath/2007/PartnerControls"/>
    <ds:schemaRef ds:uri="230e9df3-be65-4c73-a93b-d1236ebd677e"/>
    <ds:schemaRef ds:uri="http://www.w3.org/XML/1998/namespace"/>
    <ds:schemaRef ds:uri="http://schemas.openxmlformats.org/package/2006/metadata/core-properties"/>
    <ds:schemaRef ds:uri="http://schemas.microsoft.com/sharepoint/v3"/>
    <ds:schemaRef ds:uri="http://purl.org/dc/dcmitype/"/>
    <ds:schemaRef ds:uri="http://purl.org/dc/terms/"/>
    <ds:schemaRef ds:uri="http://purl.org/dc/elements/1.1/"/>
  </ds:schemaRefs>
</ds:datastoreItem>
</file>

<file path=customXml/itemProps2.xml><?xml version="1.0" encoding="utf-8"?>
<ds:datastoreItem xmlns:ds="http://schemas.openxmlformats.org/officeDocument/2006/customXml" ds:itemID="{5B665E41-66EB-401D-940D-8E7024721BE5}">
  <ds:schemaRefs>
    <ds:schemaRef ds:uri="http://schemas.microsoft.com/sharepoint/v3/contenttype/forms"/>
  </ds:schemaRefs>
</ds:datastoreItem>
</file>

<file path=customXml/itemProps3.xml><?xml version="1.0" encoding="utf-8"?>
<ds:datastoreItem xmlns:ds="http://schemas.openxmlformats.org/officeDocument/2006/customXml" ds:itemID="{A29436BC-77AE-4AEE-A282-4E162A1CAA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{438032F0-4CA6-4909-8254-1EFD5CD52954}TF6ea1097e-8114-4abb-8578-efc1cea4ec3c79c3debc_win32-15e8df654485</Template>
  <TotalTime>405</TotalTime>
  <Words>1890</Words>
  <Application>Microsoft Office PowerPoint</Application>
  <PresentationFormat>Widescreen</PresentationFormat>
  <Paragraphs>46</Paragraphs>
  <Slides>15</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Dante</vt:lpstr>
      <vt:lpstr>Dante (Headings)2</vt:lpstr>
      <vt:lpstr>Helvetica Neue Medium</vt:lpstr>
      <vt:lpstr>Wingdings 2</vt:lpstr>
      <vt:lpstr>OffsetVTI</vt:lpstr>
      <vt:lpstr>PROGRAMMING 2B POE PART 3 ST10440515 NOTHANDO MPOFU</vt:lpstr>
      <vt:lpstr>Problem Statement &amp; Motivation</vt:lpstr>
      <vt:lpstr>Features Overview</vt:lpstr>
      <vt:lpstr>HR VIEW</vt:lpstr>
      <vt:lpstr>HR CONTROLLER</vt:lpstr>
      <vt:lpstr>PowerPoint Presentation</vt:lpstr>
      <vt:lpstr>LECTURER VIEW-CLAIM FORM</vt:lpstr>
      <vt:lpstr>PowerPoint Presentation</vt:lpstr>
      <vt:lpstr>PROGRAMME COORDINATOR AND ACADEMIC MANAGER</vt:lpstr>
      <vt:lpstr>PowerPoint Presentation</vt:lpstr>
      <vt:lpstr>CONTROLLER</vt:lpstr>
      <vt:lpstr>Backend Overview</vt:lpstr>
      <vt:lpstr>SSMS INTERGRATION </vt:lpstr>
      <vt:lpstr>PROGRAM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Trecy Tshuma</dc:creator>
  <cp:lastModifiedBy>Trecy Tshuma</cp:lastModifiedBy>
  <cp:revision>1</cp:revision>
  <dcterms:created xsi:type="dcterms:W3CDTF">2025-11-20T17:45:08Z</dcterms:created>
  <dcterms:modified xsi:type="dcterms:W3CDTF">2025-11-21T00:30:40Z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